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44"/>
    <p:restoredTop sz="94630"/>
  </p:normalViewPr>
  <p:slideViewPr>
    <p:cSldViewPr snapToGrid="0">
      <p:cViewPr varScale="1">
        <p:scale>
          <a:sx n="79" d="100"/>
          <a:sy n="79" d="100"/>
        </p:scale>
        <p:origin x="232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681421-B142-4575-B173-0D4ACD3BA41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F6C7FF-527E-428D-9AA5-BF54434C88C6}">
      <dgm:prSet/>
      <dgm:spPr/>
      <dgm:t>
        <a:bodyPr/>
        <a:lstStyle/>
        <a:p>
          <a:r>
            <a:rPr lang="en-US" dirty="0"/>
            <a:t>Fitness information online is often overwhelming and/or unreliable. How do you know which sources to trust?</a:t>
          </a:r>
        </a:p>
      </dgm:t>
    </dgm:pt>
    <dgm:pt modelId="{36C9CAC0-A1C7-47B0-9E5F-A8D346A2511B}" type="parTrans" cxnId="{7F91B72F-741D-419E-98CC-1DF4A396F391}">
      <dgm:prSet/>
      <dgm:spPr/>
      <dgm:t>
        <a:bodyPr/>
        <a:lstStyle/>
        <a:p>
          <a:endParaRPr lang="en-US"/>
        </a:p>
      </dgm:t>
    </dgm:pt>
    <dgm:pt modelId="{8EC3173E-C5C6-4D39-A78B-BE37B9242B90}" type="sibTrans" cxnId="{7F91B72F-741D-419E-98CC-1DF4A396F391}">
      <dgm:prSet/>
      <dgm:spPr/>
      <dgm:t>
        <a:bodyPr/>
        <a:lstStyle/>
        <a:p>
          <a:endParaRPr lang="en-US"/>
        </a:p>
      </dgm:t>
    </dgm:pt>
    <dgm:pt modelId="{461582A5-F476-4139-985F-690B965F49D4}">
      <dgm:prSet/>
      <dgm:spPr/>
      <dgm:t>
        <a:bodyPr/>
        <a:lstStyle/>
        <a:p>
          <a:pPr>
            <a:buNone/>
          </a:pPr>
          <a:r>
            <a:rPr lang="en-US"/>
            <a:t>Searching online for health and fitness information can turn up misinformation, conflicting advice, and an overwhelming number of articles to sift through. </a:t>
          </a:r>
          <a:endParaRPr lang="en-US" dirty="0"/>
        </a:p>
      </dgm:t>
    </dgm:pt>
    <dgm:pt modelId="{4FC1A558-D74B-4BCB-88A0-198BC421480D}" type="parTrans" cxnId="{832026C2-D1B6-40D4-A4FF-AAE832897DD2}">
      <dgm:prSet/>
      <dgm:spPr/>
      <dgm:t>
        <a:bodyPr/>
        <a:lstStyle/>
        <a:p>
          <a:endParaRPr lang="en-US"/>
        </a:p>
      </dgm:t>
    </dgm:pt>
    <dgm:pt modelId="{F3A9E8DB-8C25-4B4E-834B-E667AAAFDD01}" type="sibTrans" cxnId="{832026C2-D1B6-40D4-A4FF-AAE832897DD2}">
      <dgm:prSet/>
      <dgm:spPr/>
      <dgm:t>
        <a:bodyPr/>
        <a:lstStyle/>
        <a:p>
          <a:endParaRPr lang="en-US"/>
        </a:p>
      </dgm:t>
    </dgm:pt>
    <dgm:pt modelId="{2308860A-764E-8B4A-BDF0-BF1D8DE5408A}" type="pres">
      <dgm:prSet presAssocID="{15681421-B142-4575-B173-0D4ACD3BA41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529DA61-B43D-464D-87C0-0F417217BE65}" type="pres">
      <dgm:prSet presAssocID="{75F6C7FF-527E-428D-9AA5-BF54434C88C6}" presName="hierRoot1" presStyleCnt="0"/>
      <dgm:spPr/>
    </dgm:pt>
    <dgm:pt modelId="{7CD33420-C4B1-DC46-B247-530408A73369}" type="pres">
      <dgm:prSet presAssocID="{75F6C7FF-527E-428D-9AA5-BF54434C88C6}" presName="composite" presStyleCnt="0"/>
      <dgm:spPr/>
    </dgm:pt>
    <dgm:pt modelId="{9FDFD596-21E1-F548-AEC8-64BF74DF690C}" type="pres">
      <dgm:prSet presAssocID="{75F6C7FF-527E-428D-9AA5-BF54434C88C6}" presName="background" presStyleLbl="node0" presStyleIdx="0" presStyleCnt="2"/>
      <dgm:spPr/>
    </dgm:pt>
    <dgm:pt modelId="{4DB0C1F2-E53D-094D-BA11-9BE91177DCE0}" type="pres">
      <dgm:prSet presAssocID="{75F6C7FF-527E-428D-9AA5-BF54434C88C6}" presName="text" presStyleLbl="fgAcc0" presStyleIdx="0" presStyleCnt="2">
        <dgm:presLayoutVars>
          <dgm:chPref val="3"/>
        </dgm:presLayoutVars>
      </dgm:prSet>
      <dgm:spPr/>
    </dgm:pt>
    <dgm:pt modelId="{B7F2D038-00A2-3A47-93A0-C2F6BDDCCF11}" type="pres">
      <dgm:prSet presAssocID="{75F6C7FF-527E-428D-9AA5-BF54434C88C6}" presName="hierChild2" presStyleCnt="0"/>
      <dgm:spPr/>
    </dgm:pt>
    <dgm:pt modelId="{4A00FB12-E8C3-6A49-8502-19EC1DE89823}" type="pres">
      <dgm:prSet presAssocID="{461582A5-F476-4139-985F-690B965F49D4}" presName="hierRoot1" presStyleCnt="0"/>
      <dgm:spPr/>
    </dgm:pt>
    <dgm:pt modelId="{A51469C0-7858-7144-ACD8-D383A3719011}" type="pres">
      <dgm:prSet presAssocID="{461582A5-F476-4139-985F-690B965F49D4}" presName="composite" presStyleCnt="0"/>
      <dgm:spPr/>
    </dgm:pt>
    <dgm:pt modelId="{79665258-1498-B749-BF25-2359D408B25E}" type="pres">
      <dgm:prSet presAssocID="{461582A5-F476-4139-985F-690B965F49D4}" presName="background" presStyleLbl="node0" presStyleIdx="1" presStyleCnt="2"/>
      <dgm:spPr/>
    </dgm:pt>
    <dgm:pt modelId="{D4B7F04D-62B7-6B40-A985-892D8F7A3C11}" type="pres">
      <dgm:prSet presAssocID="{461582A5-F476-4139-985F-690B965F49D4}" presName="text" presStyleLbl="fgAcc0" presStyleIdx="1" presStyleCnt="2">
        <dgm:presLayoutVars>
          <dgm:chPref val="3"/>
        </dgm:presLayoutVars>
      </dgm:prSet>
      <dgm:spPr/>
    </dgm:pt>
    <dgm:pt modelId="{B6503BFD-F0CB-B747-B6F7-8A01899618FC}" type="pres">
      <dgm:prSet presAssocID="{461582A5-F476-4139-985F-690B965F49D4}" presName="hierChild2" presStyleCnt="0"/>
      <dgm:spPr/>
    </dgm:pt>
  </dgm:ptLst>
  <dgm:cxnLst>
    <dgm:cxn modelId="{7F91B72F-741D-419E-98CC-1DF4A396F391}" srcId="{15681421-B142-4575-B173-0D4ACD3BA41F}" destId="{75F6C7FF-527E-428D-9AA5-BF54434C88C6}" srcOrd="0" destOrd="0" parTransId="{36C9CAC0-A1C7-47B0-9E5F-A8D346A2511B}" sibTransId="{8EC3173E-C5C6-4D39-A78B-BE37B9242B90}"/>
    <dgm:cxn modelId="{AFC7D259-142B-C74E-9F17-8B582C34ABB3}" type="presOf" srcId="{461582A5-F476-4139-985F-690B965F49D4}" destId="{D4B7F04D-62B7-6B40-A985-892D8F7A3C11}" srcOrd="0" destOrd="0" presId="urn:microsoft.com/office/officeart/2005/8/layout/hierarchy1"/>
    <dgm:cxn modelId="{B9D52E8E-1D30-0945-8C67-0BBB1897D2E2}" type="presOf" srcId="{75F6C7FF-527E-428D-9AA5-BF54434C88C6}" destId="{4DB0C1F2-E53D-094D-BA11-9BE91177DCE0}" srcOrd="0" destOrd="0" presId="urn:microsoft.com/office/officeart/2005/8/layout/hierarchy1"/>
    <dgm:cxn modelId="{832026C2-D1B6-40D4-A4FF-AAE832897DD2}" srcId="{15681421-B142-4575-B173-0D4ACD3BA41F}" destId="{461582A5-F476-4139-985F-690B965F49D4}" srcOrd="1" destOrd="0" parTransId="{4FC1A558-D74B-4BCB-88A0-198BC421480D}" sibTransId="{F3A9E8DB-8C25-4B4E-834B-E667AAAFDD01}"/>
    <dgm:cxn modelId="{B8AE13D4-01B3-E34A-8D4A-9B88D4B70FD6}" type="presOf" srcId="{15681421-B142-4575-B173-0D4ACD3BA41F}" destId="{2308860A-764E-8B4A-BDF0-BF1D8DE5408A}" srcOrd="0" destOrd="0" presId="urn:microsoft.com/office/officeart/2005/8/layout/hierarchy1"/>
    <dgm:cxn modelId="{D27E19E6-75C2-0C48-B97B-99B3520E41E8}" type="presParOf" srcId="{2308860A-764E-8B4A-BDF0-BF1D8DE5408A}" destId="{8529DA61-B43D-464D-87C0-0F417217BE65}" srcOrd="0" destOrd="0" presId="urn:microsoft.com/office/officeart/2005/8/layout/hierarchy1"/>
    <dgm:cxn modelId="{E7AB6D39-6AF6-A040-894A-4EBBF7CB2340}" type="presParOf" srcId="{8529DA61-B43D-464D-87C0-0F417217BE65}" destId="{7CD33420-C4B1-DC46-B247-530408A73369}" srcOrd="0" destOrd="0" presId="urn:microsoft.com/office/officeart/2005/8/layout/hierarchy1"/>
    <dgm:cxn modelId="{494C1888-BFDC-FC43-8BFF-EE98863DEE6F}" type="presParOf" srcId="{7CD33420-C4B1-DC46-B247-530408A73369}" destId="{9FDFD596-21E1-F548-AEC8-64BF74DF690C}" srcOrd="0" destOrd="0" presId="urn:microsoft.com/office/officeart/2005/8/layout/hierarchy1"/>
    <dgm:cxn modelId="{952F53CA-9726-A841-8212-1FDD0CE7FBD7}" type="presParOf" srcId="{7CD33420-C4B1-DC46-B247-530408A73369}" destId="{4DB0C1F2-E53D-094D-BA11-9BE91177DCE0}" srcOrd="1" destOrd="0" presId="urn:microsoft.com/office/officeart/2005/8/layout/hierarchy1"/>
    <dgm:cxn modelId="{015E3930-EAF9-344D-ACA0-9BAEB9DC4663}" type="presParOf" srcId="{8529DA61-B43D-464D-87C0-0F417217BE65}" destId="{B7F2D038-00A2-3A47-93A0-C2F6BDDCCF11}" srcOrd="1" destOrd="0" presId="urn:microsoft.com/office/officeart/2005/8/layout/hierarchy1"/>
    <dgm:cxn modelId="{73430328-A0EF-FA4E-9354-09E9D9071E0B}" type="presParOf" srcId="{2308860A-764E-8B4A-BDF0-BF1D8DE5408A}" destId="{4A00FB12-E8C3-6A49-8502-19EC1DE89823}" srcOrd="1" destOrd="0" presId="urn:microsoft.com/office/officeart/2005/8/layout/hierarchy1"/>
    <dgm:cxn modelId="{586C66D1-3CD3-5F4C-8BE9-14F5279B0F75}" type="presParOf" srcId="{4A00FB12-E8C3-6A49-8502-19EC1DE89823}" destId="{A51469C0-7858-7144-ACD8-D383A3719011}" srcOrd="0" destOrd="0" presId="urn:microsoft.com/office/officeart/2005/8/layout/hierarchy1"/>
    <dgm:cxn modelId="{A284557C-6E04-6542-A0EB-6AFB8609C5BF}" type="presParOf" srcId="{A51469C0-7858-7144-ACD8-D383A3719011}" destId="{79665258-1498-B749-BF25-2359D408B25E}" srcOrd="0" destOrd="0" presId="urn:microsoft.com/office/officeart/2005/8/layout/hierarchy1"/>
    <dgm:cxn modelId="{FCC71349-4216-6247-87A2-80E5C93D87EB}" type="presParOf" srcId="{A51469C0-7858-7144-ACD8-D383A3719011}" destId="{D4B7F04D-62B7-6B40-A985-892D8F7A3C11}" srcOrd="1" destOrd="0" presId="urn:microsoft.com/office/officeart/2005/8/layout/hierarchy1"/>
    <dgm:cxn modelId="{573027F9-8651-254D-8C5D-31C65DA5D840}" type="presParOf" srcId="{4A00FB12-E8C3-6A49-8502-19EC1DE89823}" destId="{B6503BFD-F0CB-B747-B6F7-8A01899618F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44F950-4B3C-44E7-85FA-B7619ECA6A4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EB49095-2FF3-4616-80D7-213C2236BC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 users make informed fitness decisions using trusted content.</a:t>
          </a:r>
        </a:p>
      </dgm:t>
    </dgm:pt>
    <dgm:pt modelId="{23662AF7-9A02-46C4-9A20-C7F5C9E3C622}" type="parTrans" cxnId="{7FB3C63C-BE90-46C6-8E29-25E6FB4EAF84}">
      <dgm:prSet/>
      <dgm:spPr/>
      <dgm:t>
        <a:bodyPr/>
        <a:lstStyle/>
        <a:p>
          <a:endParaRPr lang="en-US"/>
        </a:p>
      </dgm:t>
    </dgm:pt>
    <dgm:pt modelId="{E24E598E-F3EA-4DD6-A11E-71F0AAE7DC06}" type="sibTrans" cxnId="{7FB3C63C-BE90-46C6-8E29-25E6FB4EAF84}">
      <dgm:prSet/>
      <dgm:spPr/>
      <dgm:t>
        <a:bodyPr/>
        <a:lstStyle/>
        <a:p>
          <a:endParaRPr lang="en-US"/>
        </a:p>
      </dgm:t>
    </dgm:pt>
    <dgm:pt modelId="{CAC095F0-D591-42FE-88ED-CAA5414709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NLP techniques to create a domain-specific Question Answering (QA) system to address this problem.</a:t>
          </a:r>
        </a:p>
      </dgm:t>
    </dgm:pt>
    <dgm:pt modelId="{2897D4B1-A518-496C-A94F-20AF60311122}" type="parTrans" cxnId="{05200630-A416-4927-9429-BBFCCC82A5F8}">
      <dgm:prSet/>
      <dgm:spPr/>
      <dgm:t>
        <a:bodyPr/>
        <a:lstStyle/>
        <a:p>
          <a:endParaRPr lang="en-US"/>
        </a:p>
      </dgm:t>
    </dgm:pt>
    <dgm:pt modelId="{270196DE-2A76-4C31-9242-CA5BD9EFDEE4}" type="sibTrans" cxnId="{05200630-A416-4927-9429-BBFCCC82A5F8}">
      <dgm:prSet/>
      <dgm:spPr/>
      <dgm:t>
        <a:bodyPr/>
        <a:lstStyle/>
        <a:p>
          <a:endParaRPr lang="en-US"/>
        </a:p>
      </dgm:t>
    </dgm:pt>
    <dgm:pt modelId="{CA13CF30-501B-4A38-AD40-2505AA4CB3D7}" type="pres">
      <dgm:prSet presAssocID="{3E44F950-4B3C-44E7-85FA-B7619ECA6A40}" presName="root" presStyleCnt="0">
        <dgm:presLayoutVars>
          <dgm:dir/>
          <dgm:resizeHandles val="exact"/>
        </dgm:presLayoutVars>
      </dgm:prSet>
      <dgm:spPr/>
    </dgm:pt>
    <dgm:pt modelId="{BF647D15-FB2D-40A6-B5DF-978ED75658DE}" type="pres">
      <dgm:prSet presAssocID="{CAC095F0-D591-42FE-88ED-CAA541470915}" presName="compNode" presStyleCnt="0"/>
      <dgm:spPr/>
    </dgm:pt>
    <dgm:pt modelId="{5EFD881C-DA40-499A-AAE9-533765A2E58C}" type="pres">
      <dgm:prSet presAssocID="{CAC095F0-D591-42FE-88ED-CAA541470915}" presName="bgRect" presStyleLbl="bgShp" presStyleIdx="0" presStyleCnt="2"/>
      <dgm:spPr/>
    </dgm:pt>
    <dgm:pt modelId="{85D1C0F1-D4B3-4D62-BA85-91647D293376}" type="pres">
      <dgm:prSet presAssocID="{CAC095F0-D591-42FE-88ED-CAA54147091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2BDD7CA-E350-47A0-B500-404896A1419B}" type="pres">
      <dgm:prSet presAssocID="{CAC095F0-D591-42FE-88ED-CAA541470915}" presName="spaceRect" presStyleCnt="0"/>
      <dgm:spPr/>
    </dgm:pt>
    <dgm:pt modelId="{EB5CB81A-504B-49DF-AD0D-89ECD89A1E03}" type="pres">
      <dgm:prSet presAssocID="{CAC095F0-D591-42FE-88ED-CAA541470915}" presName="parTx" presStyleLbl="revTx" presStyleIdx="0" presStyleCnt="2">
        <dgm:presLayoutVars>
          <dgm:chMax val="0"/>
          <dgm:chPref val="0"/>
        </dgm:presLayoutVars>
      </dgm:prSet>
      <dgm:spPr/>
    </dgm:pt>
    <dgm:pt modelId="{47A8505F-576E-CD44-949C-3C39A8A48C25}" type="pres">
      <dgm:prSet presAssocID="{270196DE-2A76-4C31-9242-CA5BD9EFDEE4}" presName="sibTrans" presStyleCnt="0"/>
      <dgm:spPr/>
    </dgm:pt>
    <dgm:pt modelId="{70C364CC-3ED1-4797-BA96-D223FF5BB6F5}" type="pres">
      <dgm:prSet presAssocID="{8EB49095-2FF3-4616-80D7-213C2236BC8C}" presName="compNode" presStyleCnt="0"/>
      <dgm:spPr/>
    </dgm:pt>
    <dgm:pt modelId="{EDE9B9BA-1255-4A5E-9CD5-1C01F23D2B6D}" type="pres">
      <dgm:prSet presAssocID="{8EB49095-2FF3-4616-80D7-213C2236BC8C}" presName="bgRect" presStyleLbl="bgShp" presStyleIdx="1" presStyleCnt="2"/>
      <dgm:spPr/>
    </dgm:pt>
    <dgm:pt modelId="{058AFDCD-C860-492C-9147-621B82803C32}" type="pres">
      <dgm:prSet presAssocID="{8EB49095-2FF3-4616-80D7-213C2236BC8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73A8791A-60A2-4F45-B9FA-65D730594EBD}" type="pres">
      <dgm:prSet presAssocID="{8EB49095-2FF3-4616-80D7-213C2236BC8C}" presName="spaceRect" presStyleCnt="0"/>
      <dgm:spPr/>
    </dgm:pt>
    <dgm:pt modelId="{DB15306E-6FA4-44CB-B216-1C52494B37B1}" type="pres">
      <dgm:prSet presAssocID="{8EB49095-2FF3-4616-80D7-213C2236BC8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FD3170E-E475-5045-B7D2-9FA18E0F3C78}" type="presOf" srcId="{CAC095F0-D591-42FE-88ED-CAA541470915}" destId="{EB5CB81A-504B-49DF-AD0D-89ECD89A1E03}" srcOrd="0" destOrd="0" presId="urn:microsoft.com/office/officeart/2018/2/layout/IconVerticalSolidList"/>
    <dgm:cxn modelId="{05200630-A416-4927-9429-BBFCCC82A5F8}" srcId="{3E44F950-4B3C-44E7-85FA-B7619ECA6A40}" destId="{CAC095F0-D591-42FE-88ED-CAA541470915}" srcOrd="0" destOrd="0" parTransId="{2897D4B1-A518-496C-A94F-20AF60311122}" sibTransId="{270196DE-2A76-4C31-9242-CA5BD9EFDEE4}"/>
    <dgm:cxn modelId="{7FB3C63C-BE90-46C6-8E29-25E6FB4EAF84}" srcId="{3E44F950-4B3C-44E7-85FA-B7619ECA6A40}" destId="{8EB49095-2FF3-4616-80D7-213C2236BC8C}" srcOrd="1" destOrd="0" parTransId="{23662AF7-9A02-46C4-9A20-C7F5C9E3C622}" sibTransId="{E24E598E-F3EA-4DD6-A11E-71F0AAE7DC06}"/>
    <dgm:cxn modelId="{F91BFE6F-24F5-4D14-AFEA-478F8C25DEFA}" type="presOf" srcId="{3E44F950-4B3C-44E7-85FA-B7619ECA6A40}" destId="{CA13CF30-501B-4A38-AD40-2505AA4CB3D7}" srcOrd="0" destOrd="0" presId="urn:microsoft.com/office/officeart/2018/2/layout/IconVerticalSolidList"/>
    <dgm:cxn modelId="{6055D39E-2732-8347-9A7E-024CE67D494B}" type="presOf" srcId="{8EB49095-2FF3-4616-80D7-213C2236BC8C}" destId="{DB15306E-6FA4-44CB-B216-1C52494B37B1}" srcOrd="0" destOrd="0" presId="urn:microsoft.com/office/officeart/2018/2/layout/IconVerticalSolidList"/>
    <dgm:cxn modelId="{13E00FAC-B38F-0C40-89DD-53C7090A185C}" type="presParOf" srcId="{CA13CF30-501B-4A38-AD40-2505AA4CB3D7}" destId="{BF647D15-FB2D-40A6-B5DF-978ED75658DE}" srcOrd="0" destOrd="0" presId="urn:microsoft.com/office/officeart/2018/2/layout/IconVerticalSolidList"/>
    <dgm:cxn modelId="{64D7E9B5-12FC-1748-92DE-00B5B3A81509}" type="presParOf" srcId="{BF647D15-FB2D-40A6-B5DF-978ED75658DE}" destId="{5EFD881C-DA40-499A-AAE9-533765A2E58C}" srcOrd="0" destOrd="0" presId="urn:microsoft.com/office/officeart/2018/2/layout/IconVerticalSolidList"/>
    <dgm:cxn modelId="{2E666DC7-BE11-DD4E-AF78-8A8ED4B81F45}" type="presParOf" srcId="{BF647D15-FB2D-40A6-B5DF-978ED75658DE}" destId="{85D1C0F1-D4B3-4D62-BA85-91647D293376}" srcOrd="1" destOrd="0" presId="urn:microsoft.com/office/officeart/2018/2/layout/IconVerticalSolidList"/>
    <dgm:cxn modelId="{9B6FE937-E0CC-4141-8215-677A78F455F4}" type="presParOf" srcId="{BF647D15-FB2D-40A6-B5DF-978ED75658DE}" destId="{A2BDD7CA-E350-47A0-B500-404896A1419B}" srcOrd="2" destOrd="0" presId="urn:microsoft.com/office/officeart/2018/2/layout/IconVerticalSolidList"/>
    <dgm:cxn modelId="{2A55F280-69E4-A54E-865A-797C970B288F}" type="presParOf" srcId="{BF647D15-FB2D-40A6-B5DF-978ED75658DE}" destId="{EB5CB81A-504B-49DF-AD0D-89ECD89A1E03}" srcOrd="3" destOrd="0" presId="urn:microsoft.com/office/officeart/2018/2/layout/IconVerticalSolidList"/>
    <dgm:cxn modelId="{734896E5-18D9-0B4E-B85A-0E88B77BAB0E}" type="presParOf" srcId="{CA13CF30-501B-4A38-AD40-2505AA4CB3D7}" destId="{47A8505F-576E-CD44-949C-3C39A8A48C25}" srcOrd="1" destOrd="0" presId="urn:microsoft.com/office/officeart/2018/2/layout/IconVerticalSolidList"/>
    <dgm:cxn modelId="{26C66A4E-CD28-EF49-845D-C26CC1716DC7}" type="presParOf" srcId="{CA13CF30-501B-4A38-AD40-2505AA4CB3D7}" destId="{70C364CC-3ED1-4797-BA96-D223FF5BB6F5}" srcOrd="2" destOrd="0" presId="urn:microsoft.com/office/officeart/2018/2/layout/IconVerticalSolidList"/>
    <dgm:cxn modelId="{0C895CE0-0571-0148-82EF-20E3C83C1E13}" type="presParOf" srcId="{70C364CC-3ED1-4797-BA96-D223FF5BB6F5}" destId="{EDE9B9BA-1255-4A5E-9CD5-1C01F23D2B6D}" srcOrd="0" destOrd="0" presId="urn:microsoft.com/office/officeart/2018/2/layout/IconVerticalSolidList"/>
    <dgm:cxn modelId="{3D87C587-1959-CB41-87BA-E458B8D5A9FE}" type="presParOf" srcId="{70C364CC-3ED1-4797-BA96-D223FF5BB6F5}" destId="{058AFDCD-C860-492C-9147-621B82803C32}" srcOrd="1" destOrd="0" presId="urn:microsoft.com/office/officeart/2018/2/layout/IconVerticalSolidList"/>
    <dgm:cxn modelId="{41722A78-FB00-0944-9CDA-7A631C1251ED}" type="presParOf" srcId="{70C364CC-3ED1-4797-BA96-D223FF5BB6F5}" destId="{73A8791A-60A2-4F45-B9FA-65D730594EBD}" srcOrd="2" destOrd="0" presId="urn:microsoft.com/office/officeart/2018/2/layout/IconVerticalSolidList"/>
    <dgm:cxn modelId="{6B7EAF52-ED96-5543-8D5A-3EAEE90383DB}" type="presParOf" srcId="{70C364CC-3ED1-4797-BA96-D223FF5BB6F5}" destId="{DB15306E-6FA4-44CB-B216-1C52494B37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D32E76-2BB7-40FF-9880-58EF2751AAD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C27EC50-6D70-4E46-A3F1-C7B93E0A3C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Pipeline:</a:t>
          </a:r>
          <a:r>
            <a:rPr lang="en-US" dirty="0"/>
            <a:t> Retrieve → Extract → Evaluate</a:t>
          </a:r>
        </a:p>
      </dgm:t>
    </dgm:pt>
    <dgm:pt modelId="{B1788DC1-58F2-405A-93D4-D491CAD1C5BA}" type="parTrans" cxnId="{7B86EFA7-67BA-4820-8F70-68E24401719F}">
      <dgm:prSet/>
      <dgm:spPr/>
      <dgm:t>
        <a:bodyPr/>
        <a:lstStyle/>
        <a:p>
          <a:endParaRPr lang="en-US"/>
        </a:p>
      </dgm:t>
    </dgm:pt>
    <dgm:pt modelId="{669C5DB5-2244-45AC-9D8D-E341609EB50A}" type="sibTrans" cxnId="{7B86EFA7-67BA-4820-8F70-68E24401719F}">
      <dgm:prSet/>
      <dgm:spPr/>
      <dgm:t>
        <a:bodyPr/>
        <a:lstStyle/>
        <a:p>
          <a:endParaRPr lang="en-US"/>
        </a:p>
      </dgm:t>
    </dgm:pt>
    <dgm:pt modelId="{6C922903-3D22-4E2E-BD5C-2CAC1623C2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Information Retrieval</a:t>
          </a:r>
        </a:p>
      </dgm:t>
    </dgm:pt>
    <dgm:pt modelId="{3C56384E-41B3-43AD-BA61-25C8E984211E}" type="parTrans" cxnId="{827D61AB-6DBE-44B9-91B5-16D852B31D42}">
      <dgm:prSet/>
      <dgm:spPr/>
      <dgm:t>
        <a:bodyPr/>
        <a:lstStyle/>
        <a:p>
          <a:endParaRPr lang="en-US"/>
        </a:p>
      </dgm:t>
    </dgm:pt>
    <dgm:pt modelId="{07146A36-E07E-4DF3-80B3-6B3121941333}" type="sibTrans" cxnId="{827D61AB-6DBE-44B9-91B5-16D852B31D42}">
      <dgm:prSet/>
      <dgm:spPr/>
      <dgm:t>
        <a:bodyPr/>
        <a:lstStyle/>
        <a:p>
          <a:endParaRPr lang="en-US"/>
        </a:p>
      </dgm:t>
    </dgm:pt>
    <dgm:pt modelId="{F4B58A23-8671-49BC-BD54-DD75524B1A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Compare TF-IDF and Word2Vec on their ability to retrieve relevant text from the knowledge base</a:t>
          </a:r>
        </a:p>
      </dgm:t>
    </dgm:pt>
    <dgm:pt modelId="{B6C3258E-38CC-4F55-96FB-650C6D967B1D}" type="parTrans" cxnId="{27E40754-4D04-46AB-8C81-7D28D8E80493}">
      <dgm:prSet/>
      <dgm:spPr/>
      <dgm:t>
        <a:bodyPr/>
        <a:lstStyle/>
        <a:p>
          <a:endParaRPr lang="en-US"/>
        </a:p>
      </dgm:t>
    </dgm:pt>
    <dgm:pt modelId="{7EF00965-A28F-4744-ADFB-0B981F357513}" type="sibTrans" cxnId="{27E40754-4D04-46AB-8C81-7D28D8E80493}">
      <dgm:prSet/>
      <dgm:spPr/>
      <dgm:t>
        <a:bodyPr/>
        <a:lstStyle/>
        <a:p>
          <a:endParaRPr lang="en-US"/>
        </a:p>
      </dgm:t>
    </dgm:pt>
    <dgm:pt modelId="{55D11A79-9548-4D41-B774-CB608D704B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2. QA System</a:t>
          </a:r>
        </a:p>
      </dgm:t>
    </dgm:pt>
    <dgm:pt modelId="{6ACAC012-5AE1-40F3-9CAA-E413D750FDEC}" type="parTrans" cxnId="{F9DE41C1-4097-4F36-A77B-896693FDBFB3}">
      <dgm:prSet/>
      <dgm:spPr/>
      <dgm:t>
        <a:bodyPr/>
        <a:lstStyle/>
        <a:p>
          <a:endParaRPr lang="en-US"/>
        </a:p>
      </dgm:t>
    </dgm:pt>
    <dgm:pt modelId="{5E0878B5-4B95-4771-B2A6-968326FDD063}" type="sibTrans" cxnId="{F9DE41C1-4097-4F36-A77B-896693FDBFB3}">
      <dgm:prSet/>
      <dgm:spPr/>
      <dgm:t>
        <a:bodyPr/>
        <a:lstStyle/>
        <a:p>
          <a:endParaRPr lang="en-US"/>
        </a:p>
      </dgm:t>
    </dgm:pt>
    <dgm:pt modelId="{648BD196-818F-4026-BC51-69A7C5579C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Fine-tuned a </a:t>
          </a:r>
          <a:r>
            <a:rPr lang="en-US" dirty="0" err="1"/>
            <a:t>DistilBERT</a:t>
          </a:r>
          <a:r>
            <a:rPr lang="en-US" dirty="0"/>
            <a:t> based model to extract answers from the retrieved information</a:t>
          </a:r>
        </a:p>
      </dgm:t>
    </dgm:pt>
    <dgm:pt modelId="{B979B05A-B3E1-4CBD-85F2-9070D894C18E}" type="parTrans" cxnId="{11062F91-0C05-48BC-9C5B-50DBAF9B1E3B}">
      <dgm:prSet/>
      <dgm:spPr/>
      <dgm:t>
        <a:bodyPr/>
        <a:lstStyle/>
        <a:p>
          <a:endParaRPr lang="en-US"/>
        </a:p>
      </dgm:t>
    </dgm:pt>
    <dgm:pt modelId="{396B78D9-5296-4B7D-B666-F8EA2D6DDE73}" type="sibTrans" cxnId="{11062F91-0C05-48BC-9C5B-50DBAF9B1E3B}">
      <dgm:prSet/>
      <dgm:spPr/>
      <dgm:t>
        <a:bodyPr/>
        <a:lstStyle/>
        <a:p>
          <a:endParaRPr lang="en-US"/>
        </a:p>
      </dgm:t>
    </dgm:pt>
    <dgm:pt modelId="{7C93623D-2D8E-3445-9774-D9A363940982}">
      <dgm:prSet/>
      <dgm:spPr/>
      <dgm:t>
        <a:bodyPr/>
        <a:lstStyle/>
        <a:p>
          <a:r>
            <a:rPr lang="en-US" dirty="0"/>
            <a:t>3. Evaluation</a:t>
          </a:r>
        </a:p>
      </dgm:t>
    </dgm:pt>
    <dgm:pt modelId="{E8ED87D7-105A-D042-A63D-F41049AC584D}" type="parTrans" cxnId="{D6F41D7E-3C89-2641-AA67-7CD0E3FE7611}">
      <dgm:prSet/>
      <dgm:spPr/>
      <dgm:t>
        <a:bodyPr/>
        <a:lstStyle/>
        <a:p>
          <a:endParaRPr lang="en-US"/>
        </a:p>
      </dgm:t>
    </dgm:pt>
    <dgm:pt modelId="{E3A4BC70-8371-514D-806B-B3A4155177AF}" type="sibTrans" cxnId="{D6F41D7E-3C89-2641-AA67-7CD0E3FE7611}">
      <dgm:prSet/>
      <dgm:spPr/>
      <dgm:t>
        <a:bodyPr/>
        <a:lstStyle/>
        <a:p>
          <a:endParaRPr lang="en-US"/>
        </a:p>
      </dgm:t>
    </dgm:pt>
    <dgm:pt modelId="{18457ACB-29AA-9945-B2B1-02546FFDA346}">
      <dgm:prSet/>
      <dgm:spPr/>
      <dgm:t>
        <a:bodyPr/>
        <a:lstStyle/>
        <a:p>
          <a:r>
            <a:rPr lang="en-US" dirty="0"/>
            <a:t>Initial assessment of accuracy and functionality using the benchmark dataset </a:t>
          </a:r>
          <a:r>
            <a:rPr lang="en-US" dirty="0" err="1"/>
            <a:t>SQuAD</a:t>
          </a:r>
          <a:r>
            <a:rPr lang="en-US" dirty="0"/>
            <a:t> 2.0. </a:t>
          </a:r>
        </a:p>
      </dgm:t>
    </dgm:pt>
    <dgm:pt modelId="{A720B4FA-403B-084E-8A28-6AFD6E9235B5}" type="parTrans" cxnId="{835B28AD-4B8F-9040-91D1-FA59AA0E3B07}">
      <dgm:prSet/>
      <dgm:spPr/>
      <dgm:t>
        <a:bodyPr/>
        <a:lstStyle/>
        <a:p>
          <a:endParaRPr lang="en-US"/>
        </a:p>
      </dgm:t>
    </dgm:pt>
    <dgm:pt modelId="{C3B9FFC9-3E58-544E-A224-48441851BDBE}" type="sibTrans" cxnId="{835B28AD-4B8F-9040-91D1-FA59AA0E3B07}">
      <dgm:prSet/>
      <dgm:spPr/>
      <dgm:t>
        <a:bodyPr/>
        <a:lstStyle/>
        <a:p>
          <a:endParaRPr lang="en-US"/>
        </a:p>
      </dgm:t>
    </dgm:pt>
    <dgm:pt modelId="{F988EB50-C432-4B48-8232-FE3E3736ADCB}">
      <dgm:prSet/>
      <dgm:spPr/>
      <dgm:t>
        <a:bodyPr/>
        <a:lstStyle/>
        <a:p>
          <a:r>
            <a:rPr lang="en-US" dirty="0"/>
            <a:t>Qualitative evaluation of fitness specific questions and answers</a:t>
          </a:r>
        </a:p>
      </dgm:t>
    </dgm:pt>
    <dgm:pt modelId="{AC103902-D4CD-F142-9731-7B50E499B020}" type="parTrans" cxnId="{A4D3BD93-2444-3B43-A4EA-6DCD8EC335B3}">
      <dgm:prSet/>
      <dgm:spPr/>
      <dgm:t>
        <a:bodyPr/>
        <a:lstStyle/>
        <a:p>
          <a:endParaRPr lang="en-US"/>
        </a:p>
      </dgm:t>
    </dgm:pt>
    <dgm:pt modelId="{B175893B-BCF8-AA4F-9E05-79DD334E8AC6}" type="sibTrans" cxnId="{A4D3BD93-2444-3B43-A4EA-6DCD8EC335B3}">
      <dgm:prSet/>
      <dgm:spPr/>
      <dgm:t>
        <a:bodyPr/>
        <a:lstStyle/>
        <a:p>
          <a:endParaRPr lang="en-US"/>
        </a:p>
      </dgm:t>
    </dgm:pt>
    <dgm:pt modelId="{F4E3FD29-5E66-7344-9DE9-62CFDC21D7F8}" type="pres">
      <dgm:prSet presAssocID="{E0D32E76-2BB7-40FF-9880-58EF2751AAD9}" presName="outerComposite" presStyleCnt="0">
        <dgm:presLayoutVars>
          <dgm:chMax val="5"/>
          <dgm:dir/>
          <dgm:resizeHandles val="exact"/>
        </dgm:presLayoutVars>
      </dgm:prSet>
      <dgm:spPr/>
    </dgm:pt>
    <dgm:pt modelId="{C478F827-A0D7-AB4E-A7DE-FB5B5FE39B9E}" type="pres">
      <dgm:prSet presAssocID="{E0D32E76-2BB7-40FF-9880-58EF2751AAD9}" presName="dummyMaxCanvas" presStyleCnt="0">
        <dgm:presLayoutVars/>
      </dgm:prSet>
      <dgm:spPr/>
    </dgm:pt>
    <dgm:pt modelId="{D91DF982-7C76-5642-8352-7E1676D82197}" type="pres">
      <dgm:prSet presAssocID="{E0D32E76-2BB7-40FF-9880-58EF2751AAD9}" presName="FourNodes_1" presStyleLbl="node1" presStyleIdx="0" presStyleCnt="4">
        <dgm:presLayoutVars>
          <dgm:bulletEnabled val="1"/>
        </dgm:presLayoutVars>
      </dgm:prSet>
      <dgm:spPr/>
    </dgm:pt>
    <dgm:pt modelId="{878A1438-9433-A247-A032-659D09DAF401}" type="pres">
      <dgm:prSet presAssocID="{E0D32E76-2BB7-40FF-9880-58EF2751AAD9}" presName="FourNodes_2" presStyleLbl="node1" presStyleIdx="1" presStyleCnt="4">
        <dgm:presLayoutVars>
          <dgm:bulletEnabled val="1"/>
        </dgm:presLayoutVars>
      </dgm:prSet>
      <dgm:spPr/>
    </dgm:pt>
    <dgm:pt modelId="{A7557C7E-C93B-024A-A062-F86DB28848E4}" type="pres">
      <dgm:prSet presAssocID="{E0D32E76-2BB7-40FF-9880-58EF2751AAD9}" presName="FourNodes_3" presStyleLbl="node1" presStyleIdx="2" presStyleCnt="4">
        <dgm:presLayoutVars>
          <dgm:bulletEnabled val="1"/>
        </dgm:presLayoutVars>
      </dgm:prSet>
      <dgm:spPr/>
    </dgm:pt>
    <dgm:pt modelId="{4C097781-66F3-6543-AFCF-1E7D27D775BF}" type="pres">
      <dgm:prSet presAssocID="{E0D32E76-2BB7-40FF-9880-58EF2751AAD9}" presName="FourNodes_4" presStyleLbl="node1" presStyleIdx="3" presStyleCnt="4">
        <dgm:presLayoutVars>
          <dgm:bulletEnabled val="1"/>
        </dgm:presLayoutVars>
      </dgm:prSet>
      <dgm:spPr/>
    </dgm:pt>
    <dgm:pt modelId="{4250C172-272D-8348-BFDF-890D681B7689}" type="pres">
      <dgm:prSet presAssocID="{E0D32E76-2BB7-40FF-9880-58EF2751AAD9}" presName="FourConn_1-2" presStyleLbl="fgAccFollowNode1" presStyleIdx="0" presStyleCnt="3">
        <dgm:presLayoutVars>
          <dgm:bulletEnabled val="1"/>
        </dgm:presLayoutVars>
      </dgm:prSet>
      <dgm:spPr/>
    </dgm:pt>
    <dgm:pt modelId="{05F9BD79-9587-964D-8CF6-C711B3B0A72B}" type="pres">
      <dgm:prSet presAssocID="{E0D32E76-2BB7-40FF-9880-58EF2751AAD9}" presName="FourConn_2-3" presStyleLbl="fgAccFollowNode1" presStyleIdx="1" presStyleCnt="3">
        <dgm:presLayoutVars>
          <dgm:bulletEnabled val="1"/>
        </dgm:presLayoutVars>
      </dgm:prSet>
      <dgm:spPr/>
    </dgm:pt>
    <dgm:pt modelId="{E0139479-4874-514D-9AFF-C14FFB2ACB74}" type="pres">
      <dgm:prSet presAssocID="{E0D32E76-2BB7-40FF-9880-58EF2751AAD9}" presName="FourConn_3-4" presStyleLbl="fgAccFollowNode1" presStyleIdx="2" presStyleCnt="3">
        <dgm:presLayoutVars>
          <dgm:bulletEnabled val="1"/>
        </dgm:presLayoutVars>
      </dgm:prSet>
      <dgm:spPr/>
    </dgm:pt>
    <dgm:pt modelId="{D9F5562E-8393-F846-ABF2-1774875FDAFE}" type="pres">
      <dgm:prSet presAssocID="{E0D32E76-2BB7-40FF-9880-58EF2751AAD9}" presName="FourNodes_1_text" presStyleLbl="node1" presStyleIdx="3" presStyleCnt="4">
        <dgm:presLayoutVars>
          <dgm:bulletEnabled val="1"/>
        </dgm:presLayoutVars>
      </dgm:prSet>
      <dgm:spPr/>
    </dgm:pt>
    <dgm:pt modelId="{A563216B-4CFB-E84B-B531-FCBA004D9645}" type="pres">
      <dgm:prSet presAssocID="{E0D32E76-2BB7-40FF-9880-58EF2751AAD9}" presName="FourNodes_2_text" presStyleLbl="node1" presStyleIdx="3" presStyleCnt="4">
        <dgm:presLayoutVars>
          <dgm:bulletEnabled val="1"/>
        </dgm:presLayoutVars>
      </dgm:prSet>
      <dgm:spPr/>
    </dgm:pt>
    <dgm:pt modelId="{EC91472A-FAB4-B544-86CD-2404C20CD2E0}" type="pres">
      <dgm:prSet presAssocID="{E0D32E76-2BB7-40FF-9880-58EF2751AAD9}" presName="FourNodes_3_text" presStyleLbl="node1" presStyleIdx="3" presStyleCnt="4">
        <dgm:presLayoutVars>
          <dgm:bulletEnabled val="1"/>
        </dgm:presLayoutVars>
      </dgm:prSet>
      <dgm:spPr/>
    </dgm:pt>
    <dgm:pt modelId="{C909C56C-0814-6849-B2D5-1540EC7C407A}" type="pres">
      <dgm:prSet presAssocID="{E0D32E76-2BB7-40FF-9880-58EF2751AAD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18BD405-E72F-7448-9BDC-2750B5CE65E6}" type="presOf" srcId="{648BD196-818F-4026-BC51-69A7C5579C61}" destId="{EC91472A-FAB4-B544-86CD-2404C20CD2E0}" srcOrd="1" destOrd="1" presId="urn:microsoft.com/office/officeart/2005/8/layout/vProcess5"/>
    <dgm:cxn modelId="{C36D9E0F-B8AC-9A46-BDA5-729A181EBB3C}" type="presOf" srcId="{669C5DB5-2244-45AC-9D8D-E341609EB50A}" destId="{4250C172-272D-8348-BFDF-890D681B7689}" srcOrd="0" destOrd="0" presId="urn:microsoft.com/office/officeart/2005/8/layout/vProcess5"/>
    <dgm:cxn modelId="{EEA18111-1790-5C47-A1B2-CD4DB1CE38B7}" type="presOf" srcId="{3C27EC50-6D70-4E46-A3F1-C7B93E0A3C91}" destId="{D9F5562E-8393-F846-ABF2-1774875FDAFE}" srcOrd="1" destOrd="0" presId="urn:microsoft.com/office/officeart/2005/8/layout/vProcess5"/>
    <dgm:cxn modelId="{02E68F12-3870-F544-8968-C65BA1FBC609}" type="presOf" srcId="{55D11A79-9548-4D41-B774-CB608D704B52}" destId="{EC91472A-FAB4-B544-86CD-2404C20CD2E0}" srcOrd="1" destOrd="0" presId="urn:microsoft.com/office/officeart/2005/8/layout/vProcess5"/>
    <dgm:cxn modelId="{C9C7E633-0801-3D44-93C4-BA9CAA76F51D}" type="presOf" srcId="{648BD196-818F-4026-BC51-69A7C5579C61}" destId="{A7557C7E-C93B-024A-A062-F86DB28848E4}" srcOrd="0" destOrd="1" presId="urn:microsoft.com/office/officeart/2005/8/layout/vProcess5"/>
    <dgm:cxn modelId="{BBDBA24E-B0E5-EC41-9732-11EC63403629}" type="presOf" srcId="{6C922903-3D22-4E2E-BD5C-2CAC1623C29F}" destId="{A563216B-4CFB-E84B-B531-FCBA004D9645}" srcOrd="1" destOrd="0" presId="urn:microsoft.com/office/officeart/2005/8/layout/vProcess5"/>
    <dgm:cxn modelId="{27E40754-4D04-46AB-8C81-7D28D8E80493}" srcId="{6C922903-3D22-4E2E-BD5C-2CAC1623C29F}" destId="{F4B58A23-8671-49BC-BD54-DD75524B1A56}" srcOrd="0" destOrd="0" parTransId="{B6C3258E-38CC-4F55-96FB-650C6D967B1D}" sibTransId="{7EF00965-A28F-4744-ADFB-0B981F357513}"/>
    <dgm:cxn modelId="{CA572770-D88D-6640-B6FB-5D3FA904F697}" type="presOf" srcId="{7C93623D-2D8E-3445-9774-D9A363940982}" destId="{C909C56C-0814-6849-B2D5-1540EC7C407A}" srcOrd="1" destOrd="0" presId="urn:microsoft.com/office/officeart/2005/8/layout/vProcess5"/>
    <dgm:cxn modelId="{A1FBB37A-EEEF-6340-B99C-EFA971A51640}" type="presOf" srcId="{E0D32E76-2BB7-40FF-9880-58EF2751AAD9}" destId="{F4E3FD29-5E66-7344-9DE9-62CFDC21D7F8}" srcOrd="0" destOrd="0" presId="urn:microsoft.com/office/officeart/2005/8/layout/vProcess5"/>
    <dgm:cxn modelId="{D6F41D7E-3C89-2641-AA67-7CD0E3FE7611}" srcId="{E0D32E76-2BB7-40FF-9880-58EF2751AAD9}" destId="{7C93623D-2D8E-3445-9774-D9A363940982}" srcOrd="3" destOrd="0" parTransId="{E8ED87D7-105A-D042-A63D-F41049AC584D}" sibTransId="{E3A4BC70-8371-514D-806B-B3A4155177AF}"/>
    <dgm:cxn modelId="{57EC7A83-3B98-DC4A-BA3B-0B197BFDCA2F}" type="presOf" srcId="{18457ACB-29AA-9945-B2B1-02546FFDA346}" destId="{4C097781-66F3-6543-AFCF-1E7D27D775BF}" srcOrd="0" destOrd="1" presId="urn:microsoft.com/office/officeart/2005/8/layout/vProcess5"/>
    <dgm:cxn modelId="{7C747D87-9B4E-6D4E-AACA-AFFC0E7BEEC9}" type="presOf" srcId="{6C922903-3D22-4E2E-BD5C-2CAC1623C29F}" destId="{878A1438-9433-A247-A032-659D09DAF401}" srcOrd="0" destOrd="0" presId="urn:microsoft.com/office/officeart/2005/8/layout/vProcess5"/>
    <dgm:cxn modelId="{11062F91-0C05-48BC-9C5B-50DBAF9B1E3B}" srcId="{55D11A79-9548-4D41-B774-CB608D704B52}" destId="{648BD196-818F-4026-BC51-69A7C5579C61}" srcOrd="0" destOrd="0" parTransId="{B979B05A-B3E1-4CBD-85F2-9070D894C18E}" sibTransId="{396B78D9-5296-4B7D-B666-F8EA2D6DDE73}"/>
    <dgm:cxn modelId="{ED808393-460E-3A47-B988-D1877D5A8ED9}" type="presOf" srcId="{F4B58A23-8671-49BC-BD54-DD75524B1A56}" destId="{878A1438-9433-A247-A032-659D09DAF401}" srcOrd="0" destOrd="1" presId="urn:microsoft.com/office/officeart/2005/8/layout/vProcess5"/>
    <dgm:cxn modelId="{A4D3BD93-2444-3B43-A4EA-6DCD8EC335B3}" srcId="{7C93623D-2D8E-3445-9774-D9A363940982}" destId="{F988EB50-C432-4B48-8232-FE3E3736ADCB}" srcOrd="1" destOrd="0" parTransId="{AC103902-D4CD-F142-9731-7B50E499B020}" sibTransId="{B175893B-BCF8-AA4F-9E05-79DD334E8AC6}"/>
    <dgm:cxn modelId="{7B86EFA7-67BA-4820-8F70-68E24401719F}" srcId="{E0D32E76-2BB7-40FF-9880-58EF2751AAD9}" destId="{3C27EC50-6D70-4E46-A3F1-C7B93E0A3C91}" srcOrd="0" destOrd="0" parTransId="{B1788DC1-58F2-405A-93D4-D491CAD1C5BA}" sibTransId="{669C5DB5-2244-45AC-9D8D-E341609EB50A}"/>
    <dgm:cxn modelId="{827D61AB-6DBE-44B9-91B5-16D852B31D42}" srcId="{E0D32E76-2BB7-40FF-9880-58EF2751AAD9}" destId="{6C922903-3D22-4E2E-BD5C-2CAC1623C29F}" srcOrd="1" destOrd="0" parTransId="{3C56384E-41B3-43AD-BA61-25C8E984211E}" sibTransId="{07146A36-E07E-4DF3-80B3-6B3121941333}"/>
    <dgm:cxn modelId="{835B28AD-4B8F-9040-91D1-FA59AA0E3B07}" srcId="{7C93623D-2D8E-3445-9774-D9A363940982}" destId="{18457ACB-29AA-9945-B2B1-02546FFDA346}" srcOrd="0" destOrd="0" parTransId="{A720B4FA-403B-084E-8A28-6AFD6E9235B5}" sibTransId="{C3B9FFC9-3E58-544E-A224-48441851BDBE}"/>
    <dgm:cxn modelId="{3F96E9AF-FF53-9440-A494-38D6F08B99E1}" type="presOf" srcId="{55D11A79-9548-4D41-B774-CB608D704B52}" destId="{A7557C7E-C93B-024A-A062-F86DB28848E4}" srcOrd="0" destOrd="0" presId="urn:microsoft.com/office/officeart/2005/8/layout/vProcess5"/>
    <dgm:cxn modelId="{E3ACEDB5-2063-1A4F-B64E-5A50DD27E20D}" type="presOf" srcId="{F4B58A23-8671-49BC-BD54-DD75524B1A56}" destId="{A563216B-4CFB-E84B-B531-FCBA004D9645}" srcOrd="1" destOrd="1" presId="urn:microsoft.com/office/officeart/2005/8/layout/vProcess5"/>
    <dgm:cxn modelId="{243F6DB9-CAE8-A942-9256-7DE5C0494751}" type="presOf" srcId="{5E0878B5-4B95-4771-B2A6-968326FDD063}" destId="{E0139479-4874-514D-9AFF-C14FFB2ACB74}" srcOrd="0" destOrd="0" presId="urn:microsoft.com/office/officeart/2005/8/layout/vProcess5"/>
    <dgm:cxn modelId="{F9DE41C1-4097-4F36-A77B-896693FDBFB3}" srcId="{E0D32E76-2BB7-40FF-9880-58EF2751AAD9}" destId="{55D11A79-9548-4D41-B774-CB608D704B52}" srcOrd="2" destOrd="0" parTransId="{6ACAC012-5AE1-40F3-9CAA-E413D750FDEC}" sibTransId="{5E0878B5-4B95-4771-B2A6-968326FDD063}"/>
    <dgm:cxn modelId="{3756E5CD-1BBC-5247-9EBA-AA4AC8050A9F}" type="presOf" srcId="{18457ACB-29AA-9945-B2B1-02546FFDA346}" destId="{C909C56C-0814-6849-B2D5-1540EC7C407A}" srcOrd="1" destOrd="1" presId="urn:microsoft.com/office/officeart/2005/8/layout/vProcess5"/>
    <dgm:cxn modelId="{6A8A9CD1-6CE2-194C-923B-70C0CE64C896}" type="presOf" srcId="{F988EB50-C432-4B48-8232-FE3E3736ADCB}" destId="{C909C56C-0814-6849-B2D5-1540EC7C407A}" srcOrd="1" destOrd="2" presId="urn:microsoft.com/office/officeart/2005/8/layout/vProcess5"/>
    <dgm:cxn modelId="{21C2A2D5-2E00-BE46-B1EA-7143C2AB7085}" type="presOf" srcId="{3C27EC50-6D70-4E46-A3F1-C7B93E0A3C91}" destId="{D91DF982-7C76-5642-8352-7E1676D82197}" srcOrd="0" destOrd="0" presId="urn:microsoft.com/office/officeart/2005/8/layout/vProcess5"/>
    <dgm:cxn modelId="{4A9F66DD-E89A-904E-AD55-04DBD39034AC}" type="presOf" srcId="{07146A36-E07E-4DF3-80B3-6B3121941333}" destId="{05F9BD79-9587-964D-8CF6-C711B3B0A72B}" srcOrd="0" destOrd="0" presId="urn:microsoft.com/office/officeart/2005/8/layout/vProcess5"/>
    <dgm:cxn modelId="{1EB96EE2-8049-A840-912B-B538F84BE8DF}" type="presOf" srcId="{F988EB50-C432-4B48-8232-FE3E3736ADCB}" destId="{4C097781-66F3-6543-AFCF-1E7D27D775BF}" srcOrd="0" destOrd="2" presId="urn:microsoft.com/office/officeart/2005/8/layout/vProcess5"/>
    <dgm:cxn modelId="{390038F0-868E-DA40-A58A-7B61051D35B9}" type="presOf" srcId="{7C93623D-2D8E-3445-9774-D9A363940982}" destId="{4C097781-66F3-6543-AFCF-1E7D27D775BF}" srcOrd="0" destOrd="0" presId="urn:microsoft.com/office/officeart/2005/8/layout/vProcess5"/>
    <dgm:cxn modelId="{579A4301-88A9-9F4A-AB4C-09706D43990D}" type="presParOf" srcId="{F4E3FD29-5E66-7344-9DE9-62CFDC21D7F8}" destId="{C478F827-A0D7-AB4E-A7DE-FB5B5FE39B9E}" srcOrd="0" destOrd="0" presId="urn:microsoft.com/office/officeart/2005/8/layout/vProcess5"/>
    <dgm:cxn modelId="{94166E9A-350E-7B47-A5C9-8504E22A572D}" type="presParOf" srcId="{F4E3FD29-5E66-7344-9DE9-62CFDC21D7F8}" destId="{D91DF982-7C76-5642-8352-7E1676D82197}" srcOrd="1" destOrd="0" presId="urn:microsoft.com/office/officeart/2005/8/layout/vProcess5"/>
    <dgm:cxn modelId="{11ED1A50-E614-EF4A-8633-CBCEEFCB09F4}" type="presParOf" srcId="{F4E3FD29-5E66-7344-9DE9-62CFDC21D7F8}" destId="{878A1438-9433-A247-A032-659D09DAF401}" srcOrd="2" destOrd="0" presId="urn:microsoft.com/office/officeart/2005/8/layout/vProcess5"/>
    <dgm:cxn modelId="{107DF367-A4C2-D244-A4B0-3F9600C7F8D4}" type="presParOf" srcId="{F4E3FD29-5E66-7344-9DE9-62CFDC21D7F8}" destId="{A7557C7E-C93B-024A-A062-F86DB28848E4}" srcOrd="3" destOrd="0" presId="urn:microsoft.com/office/officeart/2005/8/layout/vProcess5"/>
    <dgm:cxn modelId="{3421D670-438E-E040-96EB-944C691353E2}" type="presParOf" srcId="{F4E3FD29-5E66-7344-9DE9-62CFDC21D7F8}" destId="{4C097781-66F3-6543-AFCF-1E7D27D775BF}" srcOrd="4" destOrd="0" presId="urn:microsoft.com/office/officeart/2005/8/layout/vProcess5"/>
    <dgm:cxn modelId="{512829E5-E69E-4949-A923-127D70E3E6AB}" type="presParOf" srcId="{F4E3FD29-5E66-7344-9DE9-62CFDC21D7F8}" destId="{4250C172-272D-8348-BFDF-890D681B7689}" srcOrd="5" destOrd="0" presId="urn:microsoft.com/office/officeart/2005/8/layout/vProcess5"/>
    <dgm:cxn modelId="{688F7C39-9F3E-C94F-B70B-40B9143DD791}" type="presParOf" srcId="{F4E3FD29-5E66-7344-9DE9-62CFDC21D7F8}" destId="{05F9BD79-9587-964D-8CF6-C711B3B0A72B}" srcOrd="6" destOrd="0" presId="urn:microsoft.com/office/officeart/2005/8/layout/vProcess5"/>
    <dgm:cxn modelId="{D68F1360-89FF-EC41-92DF-41F0F0CE2F56}" type="presParOf" srcId="{F4E3FD29-5E66-7344-9DE9-62CFDC21D7F8}" destId="{E0139479-4874-514D-9AFF-C14FFB2ACB74}" srcOrd="7" destOrd="0" presId="urn:microsoft.com/office/officeart/2005/8/layout/vProcess5"/>
    <dgm:cxn modelId="{483D2746-B017-4A41-8362-D83A0B010B72}" type="presParOf" srcId="{F4E3FD29-5E66-7344-9DE9-62CFDC21D7F8}" destId="{D9F5562E-8393-F846-ABF2-1774875FDAFE}" srcOrd="8" destOrd="0" presId="urn:microsoft.com/office/officeart/2005/8/layout/vProcess5"/>
    <dgm:cxn modelId="{48CD2079-E345-4644-A762-D652C49D1DD9}" type="presParOf" srcId="{F4E3FD29-5E66-7344-9DE9-62CFDC21D7F8}" destId="{A563216B-4CFB-E84B-B531-FCBA004D9645}" srcOrd="9" destOrd="0" presId="urn:microsoft.com/office/officeart/2005/8/layout/vProcess5"/>
    <dgm:cxn modelId="{008B8A99-EEDD-524E-BD2A-827A73083432}" type="presParOf" srcId="{F4E3FD29-5E66-7344-9DE9-62CFDC21D7F8}" destId="{EC91472A-FAB4-B544-86CD-2404C20CD2E0}" srcOrd="10" destOrd="0" presId="urn:microsoft.com/office/officeart/2005/8/layout/vProcess5"/>
    <dgm:cxn modelId="{E7AF43C6-B8A9-414E-AEC5-09E743C5BEDC}" type="presParOf" srcId="{F4E3FD29-5E66-7344-9DE9-62CFDC21D7F8}" destId="{C909C56C-0814-6849-B2D5-1540EC7C407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5BF071-FC43-4AEF-91BC-B7069484D2C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0F7516E-D21A-4721-AA05-8A77A20DF54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Build a small benchmark dataset of fitness specific data focusing on a niche area to begin</a:t>
          </a:r>
        </a:p>
      </dgm:t>
    </dgm:pt>
    <dgm:pt modelId="{EED90AA7-8208-4693-B1FC-452EC6F23869}" type="parTrans" cxnId="{B2CE3C5C-E1C4-47D4-8E35-2B0A2FEA2813}">
      <dgm:prSet/>
      <dgm:spPr/>
      <dgm:t>
        <a:bodyPr/>
        <a:lstStyle/>
        <a:p>
          <a:endParaRPr lang="en-US"/>
        </a:p>
      </dgm:t>
    </dgm:pt>
    <dgm:pt modelId="{8A9B9C20-97AB-45A5-8E96-051E32559C7B}" type="sibTrans" cxnId="{B2CE3C5C-E1C4-47D4-8E35-2B0A2FEA28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3586897-14E5-4A76-9C3B-995DAEBDD9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Expand the knowledge base into a comprehensive set of fitness knowledge</a:t>
          </a:r>
        </a:p>
      </dgm:t>
    </dgm:pt>
    <dgm:pt modelId="{DB27675D-0400-4468-93CD-962F0321731A}" type="parTrans" cxnId="{EB1A0724-369F-47FA-85A3-CEEF6DE0C175}">
      <dgm:prSet/>
      <dgm:spPr/>
      <dgm:t>
        <a:bodyPr/>
        <a:lstStyle/>
        <a:p>
          <a:endParaRPr lang="en-US"/>
        </a:p>
      </dgm:t>
    </dgm:pt>
    <dgm:pt modelId="{C7654ADE-CAE0-4675-B703-6D6279CD0C22}" type="sibTrans" cxnId="{EB1A0724-369F-47FA-85A3-CEEF6DE0C17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BB5505-A0BA-4EA6-AE98-B776D53263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Fine-tune a generative model like GPT2 or 3.5</a:t>
          </a:r>
        </a:p>
      </dgm:t>
    </dgm:pt>
    <dgm:pt modelId="{32E9A1BE-352C-4140-9373-22519A51F23A}" type="parTrans" cxnId="{7E1B67C4-5061-4C95-9154-D2D9C4EA698F}">
      <dgm:prSet/>
      <dgm:spPr/>
      <dgm:t>
        <a:bodyPr/>
        <a:lstStyle/>
        <a:p>
          <a:endParaRPr lang="en-US"/>
        </a:p>
      </dgm:t>
    </dgm:pt>
    <dgm:pt modelId="{8F713625-EE4D-4D2B-ADFB-176DD121F38A}" type="sibTrans" cxnId="{7E1B67C4-5061-4C95-9154-D2D9C4EA698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76EEADF-E220-401B-B26A-C55EC34C154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Deployable chatbot or API for real-time interactions to help users on their fitness journeys</a:t>
          </a:r>
        </a:p>
      </dgm:t>
    </dgm:pt>
    <dgm:pt modelId="{DFD4C8C2-0705-4739-B8BB-2A694E93DA96}" type="parTrans" cxnId="{46897B51-7982-482E-9AE8-8DD973211C16}">
      <dgm:prSet/>
      <dgm:spPr/>
      <dgm:t>
        <a:bodyPr/>
        <a:lstStyle/>
        <a:p>
          <a:endParaRPr lang="en-US"/>
        </a:p>
      </dgm:t>
    </dgm:pt>
    <dgm:pt modelId="{344976E4-7D4B-4F4E-BBC3-55480595E428}" type="sibTrans" cxnId="{46897B51-7982-482E-9AE8-8DD973211C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6FEE9B-EA57-4843-AB29-40C5904D8BF5}" type="pres">
      <dgm:prSet presAssocID="{9B5BF071-FC43-4AEF-91BC-B7069484D2C4}" presName="root" presStyleCnt="0">
        <dgm:presLayoutVars>
          <dgm:dir/>
          <dgm:resizeHandles val="exact"/>
        </dgm:presLayoutVars>
      </dgm:prSet>
      <dgm:spPr/>
    </dgm:pt>
    <dgm:pt modelId="{89DAD40E-D401-45AB-B617-ED639DC0C00C}" type="pres">
      <dgm:prSet presAssocID="{9B5BF071-FC43-4AEF-91BC-B7069484D2C4}" presName="container" presStyleCnt="0">
        <dgm:presLayoutVars>
          <dgm:dir/>
          <dgm:resizeHandles val="exact"/>
        </dgm:presLayoutVars>
      </dgm:prSet>
      <dgm:spPr/>
    </dgm:pt>
    <dgm:pt modelId="{C3D91268-2F2B-44E0-A7A1-0406BDD2AA7D}" type="pres">
      <dgm:prSet presAssocID="{20F7516E-D21A-4721-AA05-8A77A20DF549}" presName="compNode" presStyleCnt="0"/>
      <dgm:spPr/>
    </dgm:pt>
    <dgm:pt modelId="{40F22A9A-DBD4-42F6-B15A-64B8D66AC36C}" type="pres">
      <dgm:prSet presAssocID="{20F7516E-D21A-4721-AA05-8A77A20DF549}" presName="iconBgRect" presStyleLbl="bgShp" presStyleIdx="0" presStyleCnt="4"/>
      <dgm:spPr/>
    </dgm:pt>
    <dgm:pt modelId="{5B2367F7-79A5-4549-BA38-66015A837D7B}" type="pres">
      <dgm:prSet presAssocID="{20F7516E-D21A-4721-AA05-8A77A20DF54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C99AC96-7306-49D2-8C00-D7027E615063}" type="pres">
      <dgm:prSet presAssocID="{20F7516E-D21A-4721-AA05-8A77A20DF549}" presName="spaceRect" presStyleCnt="0"/>
      <dgm:spPr/>
    </dgm:pt>
    <dgm:pt modelId="{1AAD25B2-1F1D-4CE4-9916-367738168AC0}" type="pres">
      <dgm:prSet presAssocID="{20F7516E-D21A-4721-AA05-8A77A20DF549}" presName="textRect" presStyleLbl="revTx" presStyleIdx="0" presStyleCnt="4">
        <dgm:presLayoutVars>
          <dgm:chMax val="1"/>
          <dgm:chPref val="1"/>
        </dgm:presLayoutVars>
      </dgm:prSet>
      <dgm:spPr/>
    </dgm:pt>
    <dgm:pt modelId="{4CF7A924-3368-4AC3-9990-8B6541D4534A}" type="pres">
      <dgm:prSet presAssocID="{8A9B9C20-97AB-45A5-8E96-051E32559C7B}" presName="sibTrans" presStyleLbl="sibTrans2D1" presStyleIdx="0" presStyleCnt="0"/>
      <dgm:spPr/>
    </dgm:pt>
    <dgm:pt modelId="{B6077D9A-CE3F-4E11-AB3F-FDDAF56B2EA8}" type="pres">
      <dgm:prSet presAssocID="{93586897-14E5-4A76-9C3B-995DAEBDD97D}" presName="compNode" presStyleCnt="0"/>
      <dgm:spPr/>
    </dgm:pt>
    <dgm:pt modelId="{A8F2D52D-2A6E-4962-98E9-AB965F3F3A8D}" type="pres">
      <dgm:prSet presAssocID="{93586897-14E5-4A76-9C3B-995DAEBDD97D}" presName="iconBgRect" presStyleLbl="bgShp" presStyleIdx="1" presStyleCnt="4"/>
      <dgm:spPr/>
    </dgm:pt>
    <dgm:pt modelId="{76B3C36E-849E-4A29-BA58-C15AE4B4E698}" type="pres">
      <dgm:prSet presAssocID="{93586897-14E5-4A76-9C3B-995DAEBDD97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537E05A-DF3E-424F-AEF4-507F66441B3B}" type="pres">
      <dgm:prSet presAssocID="{93586897-14E5-4A76-9C3B-995DAEBDD97D}" presName="spaceRect" presStyleCnt="0"/>
      <dgm:spPr/>
    </dgm:pt>
    <dgm:pt modelId="{3BD15B6A-3195-4753-AC62-D7EF2941AF9C}" type="pres">
      <dgm:prSet presAssocID="{93586897-14E5-4A76-9C3B-995DAEBDD97D}" presName="textRect" presStyleLbl="revTx" presStyleIdx="1" presStyleCnt="4" custScaleY="146331">
        <dgm:presLayoutVars>
          <dgm:chMax val="1"/>
          <dgm:chPref val="1"/>
        </dgm:presLayoutVars>
      </dgm:prSet>
      <dgm:spPr/>
    </dgm:pt>
    <dgm:pt modelId="{4BCE4401-2899-4D07-B4FD-09E678CFA1AE}" type="pres">
      <dgm:prSet presAssocID="{C7654ADE-CAE0-4675-B703-6D6279CD0C22}" presName="sibTrans" presStyleLbl="sibTrans2D1" presStyleIdx="0" presStyleCnt="0"/>
      <dgm:spPr/>
    </dgm:pt>
    <dgm:pt modelId="{67784FC7-2062-4E4C-9DD6-84C766537075}" type="pres">
      <dgm:prSet presAssocID="{68BB5505-A0BA-4EA6-AE98-B776D53263B2}" presName="compNode" presStyleCnt="0"/>
      <dgm:spPr/>
    </dgm:pt>
    <dgm:pt modelId="{C8FCD475-0EB5-4D55-90A0-53B1563073BA}" type="pres">
      <dgm:prSet presAssocID="{68BB5505-A0BA-4EA6-AE98-B776D53263B2}" presName="iconBgRect" presStyleLbl="bgShp" presStyleIdx="2" presStyleCnt="4"/>
      <dgm:spPr/>
    </dgm:pt>
    <dgm:pt modelId="{A01258CC-1BE9-4B97-8998-5E7EE8474990}" type="pres">
      <dgm:prSet presAssocID="{68BB5505-A0BA-4EA6-AE98-B776D53263B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F995C24-CD24-44A9-B915-FDD3AB129BE2}" type="pres">
      <dgm:prSet presAssocID="{68BB5505-A0BA-4EA6-AE98-B776D53263B2}" presName="spaceRect" presStyleCnt="0"/>
      <dgm:spPr/>
    </dgm:pt>
    <dgm:pt modelId="{EE86E6EC-9E92-467A-8BC4-749C3E308653}" type="pres">
      <dgm:prSet presAssocID="{68BB5505-A0BA-4EA6-AE98-B776D53263B2}" presName="textRect" presStyleLbl="revTx" presStyleIdx="2" presStyleCnt="4">
        <dgm:presLayoutVars>
          <dgm:chMax val="1"/>
          <dgm:chPref val="1"/>
        </dgm:presLayoutVars>
      </dgm:prSet>
      <dgm:spPr/>
    </dgm:pt>
    <dgm:pt modelId="{23AECCC2-06E3-42D0-804F-6B636CD428FB}" type="pres">
      <dgm:prSet presAssocID="{8F713625-EE4D-4D2B-ADFB-176DD121F38A}" presName="sibTrans" presStyleLbl="sibTrans2D1" presStyleIdx="0" presStyleCnt="0"/>
      <dgm:spPr/>
    </dgm:pt>
    <dgm:pt modelId="{E3D487FD-2537-4DF6-875D-5EC4FBE1F1F7}" type="pres">
      <dgm:prSet presAssocID="{276EEADF-E220-401B-B26A-C55EC34C1545}" presName="compNode" presStyleCnt="0"/>
      <dgm:spPr/>
    </dgm:pt>
    <dgm:pt modelId="{4EDF2EA5-38B5-41FB-AC30-373547F8CB72}" type="pres">
      <dgm:prSet presAssocID="{276EEADF-E220-401B-B26A-C55EC34C1545}" presName="iconBgRect" presStyleLbl="bgShp" presStyleIdx="3" presStyleCnt="4"/>
      <dgm:spPr/>
    </dgm:pt>
    <dgm:pt modelId="{02608143-BC67-40D9-A7A3-EF72661E2940}" type="pres">
      <dgm:prSet presAssocID="{276EEADF-E220-401B-B26A-C55EC34C15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4D28D5C-2C1C-423E-B769-444F0466437B}" type="pres">
      <dgm:prSet presAssocID="{276EEADF-E220-401B-B26A-C55EC34C1545}" presName="spaceRect" presStyleCnt="0"/>
      <dgm:spPr/>
    </dgm:pt>
    <dgm:pt modelId="{4F9F1767-6861-4FF5-A63B-69ABC132BADB}" type="pres">
      <dgm:prSet presAssocID="{276EEADF-E220-401B-B26A-C55EC34C154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1A0724-369F-47FA-85A3-CEEF6DE0C175}" srcId="{9B5BF071-FC43-4AEF-91BC-B7069484D2C4}" destId="{93586897-14E5-4A76-9C3B-995DAEBDD97D}" srcOrd="1" destOrd="0" parTransId="{DB27675D-0400-4468-93CD-962F0321731A}" sibTransId="{C7654ADE-CAE0-4675-B703-6D6279CD0C22}"/>
    <dgm:cxn modelId="{C9540E43-C96A-504D-B3C3-585A9D20C07B}" type="presOf" srcId="{9B5BF071-FC43-4AEF-91BC-B7069484D2C4}" destId="{9D6FEE9B-EA57-4843-AB29-40C5904D8BF5}" srcOrd="0" destOrd="0" presId="urn:microsoft.com/office/officeart/2018/2/layout/IconCircleList"/>
    <dgm:cxn modelId="{46897B51-7982-482E-9AE8-8DD973211C16}" srcId="{9B5BF071-FC43-4AEF-91BC-B7069484D2C4}" destId="{276EEADF-E220-401B-B26A-C55EC34C1545}" srcOrd="3" destOrd="0" parTransId="{DFD4C8C2-0705-4739-B8BB-2A694E93DA96}" sibTransId="{344976E4-7D4B-4F4E-BBC3-55480595E428}"/>
    <dgm:cxn modelId="{B2CE3C5C-E1C4-47D4-8E35-2B0A2FEA2813}" srcId="{9B5BF071-FC43-4AEF-91BC-B7069484D2C4}" destId="{20F7516E-D21A-4721-AA05-8A77A20DF549}" srcOrd="0" destOrd="0" parTransId="{EED90AA7-8208-4693-B1FC-452EC6F23869}" sibTransId="{8A9B9C20-97AB-45A5-8E96-051E32559C7B}"/>
    <dgm:cxn modelId="{60087286-AC32-5F4F-9796-C88173726ACC}" type="presOf" srcId="{8F713625-EE4D-4D2B-ADFB-176DD121F38A}" destId="{23AECCC2-06E3-42D0-804F-6B636CD428FB}" srcOrd="0" destOrd="0" presId="urn:microsoft.com/office/officeart/2018/2/layout/IconCircleList"/>
    <dgm:cxn modelId="{1171A18E-346F-3F4C-99F3-5D9D922DAB63}" type="presOf" srcId="{93586897-14E5-4A76-9C3B-995DAEBDD97D}" destId="{3BD15B6A-3195-4753-AC62-D7EF2941AF9C}" srcOrd="0" destOrd="0" presId="urn:microsoft.com/office/officeart/2018/2/layout/IconCircleList"/>
    <dgm:cxn modelId="{EB91D498-DAC5-B845-BCAE-8A65F9C31DA1}" type="presOf" srcId="{20F7516E-D21A-4721-AA05-8A77A20DF549}" destId="{1AAD25B2-1F1D-4CE4-9916-367738168AC0}" srcOrd="0" destOrd="0" presId="urn:microsoft.com/office/officeart/2018/2/layout/IconCircleList"/>
    <dgm:cxn modelId="{B60519A2-CE38-F447-89C0-9A06F35050AE}" type="presOf" srcId="{C7654ADE-CAE0-4675-B703-6D6279CD0C22}" destId="{4BCE4401-2899-4D07-B4FD-09E678CFA1AE}" srcOrd="0" destOrd="0" presId="urn:microsoft.com/office/officeart/2018/2/layout/IconCircleList"/>
    <dgm:cxn modelId="{7E1B67C4-5061-4C95-9154-D2D9C4EA698F}" srcId="{9B5BF071-FC43-4AEF-91BC-B7069484D2C4}" destId="{68BB5505-A0BA-4EA6-AE98-B776D53263B2}" srcOrd="2" destOrd="0" parTransId="{32E9A1BE-352C-4140-9373-22519A51F23A}" sibTransId="{8F713625-EE4D-4D2B-ADFB-176DD121F38A}"/>
    <dgm:cxn modelId="{CF7E72C9-4F76-1A49-8CE7-132BBA87B21A}" type="presOf" srcId="{8A9B9C20-97AB-45A5-8E96-051E32559C7B}" destId="{4CF7A924-3368-4AC3-9990-8B6541D4534A}" srcOrd="0" destOrd="0" presId="urn:microsoft.com/office/officeart/2018/2/layout/IconCircleList"/>
    <dgm:cxn modelId="{D077FAD1-B69E-DB4F-84DF-FAFF63E6FD5C}" type="presOf" srcId="{276EEADF-E220-401B-B26A-C55EC34C1545}" destId="{4F9F1767-6861-4FF5-A63B-69ABC132BADB}" srcOrd="0" destOrd="0" presId="urn:microsoft.com/office/officeart/2018/2/layout/IconCircleList"/>
    <dgm:cxn modelId="{EC659FF2-9ECC-9448-9E0B-AFB874B48C7E}" type="presOf" srcId="{68BB5505-A0BA-4EA6-AE98-B776D53263B2}" destId="{EE86E6EC-9E92-467A-8BC4-749C3E308653}" srcOrd="0" destOrd="0" presId="urn:microsoft.com/office/officeart/2018/2/layout/IconCircleList"/>
    <dgm:cxn modelId="{242CFD9F-9BDB-5D40-8E67-A573D06E86FA}" type="presParOf" srcId="{9D6FEE9B-EA57-4843-AB29-40C5904D8BF5}" destId="{89DAD40E-D401-45AB-B617-ED639DC0C00C}" srcOrd="0" destOrd="0" presId="urn:microsoft.com/office/officeart/2018/2/layout/IconCircleList"/>
    <dgm:cxn modelId="{40351F3A-5132-F446-A6DE-C585E37CAD45}" type="presParOf" srcId="{89DAD40E-D401-45AB-B617-ED639DC0C00C}" destId="{C3D91268-2F2B-44E0-A7A1-0406BDD2AA7D}" srcOrd="0" destOrd="0" presId="urn:microsoft.com/office/officeart/2018/2/layout/IconCircleList"/>
    <dgm:cxn modelId="{911B13D4-982C-2040-A4F2-2EB72D2950B3}" type="presParOf" srcId="{C3D91268-2F2B-44E0-A7A1-0406BDD2AA7D}" destId="{40F22A9A-DBD4-42F6-B15A-64B8D66AC36C}" srcOrd="0" destOrd="0" presId="urn:microsoft.com/office/officeart/2018/2/layout/IconCircleList"/>
    <dgm:cxn modelId="{3F9605CE-C375-8444-B4FE-C91F01EA4476}" type="presParOf" srcId="{C3D91268-2F2B-44E0-A7A1-0406BDD2AA7D}" destId="{5B2367F7-79A5-4549-BA38-66015A837D7B}" srcOrd="1" destOrd="0" presId="urn:microsoft.com/office/officeart/2018/2/layout/IconCircleList"/>
    <dgm:cxn modelId="{755ECBA4-91A1-EE42-84AA-5996A39BF5CD}" type="presParOf" srcId="{C3D91268-2F2B-44E0-A7A1-0406BDD2AA7D}" destId="{CC99AC96-7306-49D2-8C00-D7027E615063}" srcOrd="2" destOrd="0" presId="urn:microsoft.com/office/officeart/2018/2/layout/IconCircleList"/>
    <dgm:cxn modelId="{5A116AB1-70F9-BA4B-A2B9-30E22921383B}" type="presParOf" srcId="{C3D91268-2F2B-44E0-A7A1-0406BDD2AA7D}" destId="{1AAD25B2-1F1D-4CE4-9916-367738168AC0}" srcOrd="3" destOrd="0" presId="urn:microsoft.com/office/officeart/2018/2/layout/IconCircleList"/>
    <dgm:cxn modelId="{9EC95037-A331-2844-B5B8-3334EBAF47D3}" type="presParOf" srcId="{89DAD40E-D401-45AB-B617-ED639DC0C00C}" destId="{4CF7A924-3368-4AC3-9990-8B6541D4534A}" srcOrd="1" destOrd="0" presId="urn:microsoft.com/office/officeart/2018/2/layout/IconCircleList"/>
    <dgm:cxn modelId="{9889A65C-2E03-D346-8804-6B7F4FC570DF}" type="presParOf" srcId="{89DAD40E-D401-45AB-B617-ED639DC0C00C}" destId="{B6077D9A-CE3F-4E11-AB3F-FDDAF56B2EA8}" srcOrd="2" destOrd="0" presId="urn:microsoft.com/office/officeart/2018/2/layout/IconCircleList"/>
    <dgm:cxn modelId="{8D640249-6D38-1A43-BC99-9E0F0B8A5193}" type="presParOf" srcId="{B6077D9A-CE3F-4E11-AB3F-FDDAF56B2EA8}" destId="{A8F2D52D-2A6E-4962-98E9-AB965F3F3A8D}" srcOrd="0" destOrd="0" presId="urn:microsoft.com/office/officeart/2018/2/layout/IconCircleList"/>
    <dgm:cxn modelId="{F4D59CB5-1166-D649-8650-D77410E8E7AB}" type="presParOf" srcId="{B6077D9A-CE3F-4E11-AB3F-FDDAF56B2EA8}" destId="{76B3C36E-849E-4A29-BA58-C15AE4B4E698}" srcOrd="1" destOrd="0" presId="urn:microsoft.com/office/officeart/2018/2/layout/IconCircleList"/>
    <dgm:cxn modelId="{CD00C626-41B9-9748-A9C3-C59F5061BDC8}" type="presParOf" srcId="{B6077D9A-CE3F-4E11-AB3F-FDDAF56B2EA8}" destId="{4537E05A-DF3E-424F-AEF4-507F66441B3B}" srcOrd="2" destOrd="0" presId="urn:microsoft.com/office/officeart/2018/2/layout/IconCircleList"/>
    <dgm:cxn modelId="{21F214BA-1874-F948-BB08-E58F4F469297}" type="presParOf" srcId="{B6077D9A-CE3F-4E11-AB3F-FDDAF56B2EA8}" destId="{3BD15B6A-3195-4753-AC62-D7EF2941AF9C}" srcOrd="3" destOrd="0" presId="urn:microsoft.com/office/officeart/2018/2/layout/IconCircleList"/>
    <dgm:cxn modelId="{AC7C1E8A-22E3-A441-ABD4-2EBAB91FB56C}" type="presParOf" srcId="{89DAD40E-D401-45AB-B617-ED639DC0C00C}" destId="{4BCE4401-2899-4D07-B4FD-09E678CFA1AE}" srcOrd="3" destOrd="0" presId="urn:microsoft.com/office/officeart/2018/2/layout/IconCircleList"/>
    <dgm:cxn modelId="{50DC02AD-9936-0A40-A83C-BC4703D62077}" type="presParOf" srcId="{89DAD40E-D401-45AB-B617-ED639DC0C00C}" destId="{67784FC7-2062-4E4C-9DD6-84C766537075}" srcOrd="4" destOrd="0" presId="urn:microsoft.com/office/officeart/2018/2/layout/IconCircleList"/>
    <dgm:cxn modelId="{690AC3AA-A7ED-094F-AC4A-E1FCA23BC029}" type="presParOf" srcId="{67784FC7-2062-4E4C-9DD6-84C766537075}" destId="{C8FCD475-0EB5-4D55-90A0-53B1563073BA}" srcOrd="0" destOrd="0" presId="urn:microsoft.com/office/officeart/2018/2/layout/IconCircleList"/>
    <dgm:cxn modelId="{07958666-0A4A-654B-9883-83E5EFC57D37}" type="presParOf" srcId="{67784FC7-2062-4E4C-9DD6-84C766537075}" destId="{A01258CC-1BE9-4B97-8998-5E7EE8474990}" srcOrd="1" destOrd="0" presId="urn:microsoft.com/office/officeart/2018/2/layout/IconCircleList"/>
    <dgm:cxn modelId="{A6A96437-37D9-C34F-9A1B-64F593C8D9F7}" type="presParOf" srcId="{67784FC7-2062-4E4C-9DD6-84C766537075}" destId="{1F995C24-CD24-44A9-B915-FDD3AB129BE2}" srcOrd="2" destOrd="0" presId="urn:microsoft.com/office/officeart/2018/2/layout/IconCircleList"/>
    <dgm:cxn modelId="{CAE56BF2-1C2C-AB4B-8866-98551F383906}" type="presParOf" srcId="{67784FC7-2062-4E4C-9DD6-84C766537075}" destId="{EE86E6EC-9E92-467A-8BC4-749C3E308653}" srcOrd="3" destOrd="0" presId="urn:microsoft.com/office/officeart/2018/2/layout/IconCircleList"/>
    <dgm:cxn modelId="{BD6C173F-8795-6A43-8663-79E05231BF98}" type="presParOf" srcId="{89DAD40E-D401-45AB-B617-ED639DC0C00C}" destId="{23AECCC2-06E3-42D0-804F-6B636CD428FB}" srcOrd="5" destOrd="0" presId="urn:microsoft.com/office/officeart/2018/2/layout/IconCircleList"/>
    <dgm:cxn modelId="{FEF4AE28-DD80-974F-82F2-05C9337FCD44}" type="presParOf" srcId="{89DAD40E-D401-45AB-B617-ED639DC0C00C}" destId="{E3D487FD-2537-4DF6-875D-5EC4FBE1F1F7}" srcOrd="6" destOrd="0" presId="urn:microsoft.com/office/officeart/2018/2/layout/IconCircleList"/>
    <dgm:cxn modelId="{D172855B-099E-1F43-9D20-F2D25518E0A7}" type="presParOf" srcId="{E3D487FD-2537-4DF6-875D-5EC4FBE1F1F7}" destId="{4EDF2EA5-38B5-41FB-AC30-373547F8CB72}" srcOrd="0" destOrd="0" presId="urn:microsoft.com/office/officeart/2018/2/layout/IconCircleList"/>
    <dgm:cxn modelId="{035BB46E-2A50-4545-BCEB-DEAB806052C0}" type="presParOf" srcId="{E3D487FD-2537-4DF6-875D-5EC4FBE1F1F7}" destId="{02608143-BC67-40D9-A7A3-EF72661E2940}" srcOrd="1" destOrd="0" presId="urn:microsoft.com/office/officeart/2018/2/layout/IconCircleList"/>
    <dgm:cxn modelId="{03626819-BE1F-BE4A-81FA-35100D3379CF}" type="presParOf" srcId="{E3D487FD-2537-4DF6-875D-5EC4FBE1F1F7}" destId="{B4D28D5C-2C1C-423E-B769-444F0466437B}" srcOrd="2" destOrd="0" presId="urn:microsoft.com/office/officeart/2018/2/layout/IconCircleList"/>
    <dgm:cxn modelId="{F968AC0E-08F5-5A44-B1F2-48698405CFF5}" type="presParOf" srcId="{E3D487FD-2537-4DF6-875D-5EC4FBE1F1F7}" destId="{4F9F1767-6861-4FF5-A63B-69ABC132BAD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FD596-21E1-F548-AEC8-64BF74DF690C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0C1F2-E53D-094D-BA11-9BE91177DCE0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Fitness information online is often overwhelming and/or unreliable. How do you know which sources to trust?</a:t>
          </a:r>
        </a:p>
      </dsp:txBody>
      <dsp:txXfrm>
        <a:off x="696297" y="538547"/>
        <a:ext cx="4171627" cy="2590157"/>
      </dsp:txXfrm>
    </dsp:sp>
    <dsp:sp modelId="{79665258-1498-B749-BF25-2359D408B25E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7F04D-62B7-6B40-A985-892D8F7A3C11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Searching online for health and fitness information can turn up misinformation, conflicting advice, and an overwhelming number of articles to sift through. </a:t>
          </a:r>
          <a:endParaRPr lang="en-US" sz="2600" kern="1200" dirty="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D881C-DA40-499A-AAE9-533765A2E58C}">
      <dsp:nvSpPr>
        <dsp:cNvPr id="0" name=""/>
        <dsp:cNvSpPr/>
      </dsp:nvSpPr>
      <dsp:spPr>
        <a:xfrm>
          <a:off x="0" y="895997"/>
          <a:ext cx="6364224" cy="16541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1C0F1-D4B3-4D62-BA85-91647D293376}">
      <dsp:nvSpPr>
        <dsp:cNvPr id="0" name=""/>
        <dsp:cNvSpPr/>
      </dsp:nvSpPr>
      <dsp:spPr>
        <a:xfrm>
          <a:off x="500380" y="1268181"/>
          <a:ext cx="909782" cy="9097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CB81A-504B-49DF-AD0D-89ECD89A1E03}">
      <dsp:nvSpPr>
        <dsp:cNvPr id="0" name=""/>
        <dsp:cNvSpPr/>
      </dsp:nvSpPr>
      <dsp:spPr>
        <a:xfrm>
          <a:off x="1910542" y="895997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 NLP techniques to create a domain-specific Question Answering (QA) system to address this problem.</a:t>
          </a:r>
        </a:p>
      </dsp:txBody>
      <dsp:txXfrm>
        <a:off x="1910542" y="895997"/>
        <a:ext cx="4453681" cy="1654149"/>
      </dsp:txXfrm>
    </dsp:sp>
    <dsp:sp modelId="{EDE9B9BA-1255-4A5E-9CD5-1C01F23D2B6D}">
      <dsp:nvSpPr>
        <dsp:cNvPr id="0" name=""/>
        <dsp:cNvSpPr/>
      </dsp:nvSpPr>
      <dsp:spPr>
        <a:xfrm>
          <a:off x="0" y="2963684"/>
          <a:ext cx="6364224" cy="16541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8AFDCD-C860-492C-9147-621B82803C32}">
      <dsp:nvSpPr>
        <dsp:cNvPr id="0" name=""/>
        <dsp:cNvSpPr/>
      </dsp:nvSpPr>
      <dsp:spPr>
        <a:xfrm>
          <a:off x="500380" y="3335868"/>
          <a:ext cx="909782" cy="9097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5306E-6FA4-44CB-B216-1C52494B37B1}">
      <dsp:nvSpPr>
        <dsp:cNvPr id="0" name=""/>
        <dsp:cNvSpPr/>
      </dsp:nvSpPr>
      <dsp:spPr>
        <a:xfrm>
          <a:off x="1910542" y="2963684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Help users make informed fitness decisions using trusted content.</a:t>
          </a:r>
        </a:p>
      </dsp:txBody>
      <dsp:txXfrm>
        <a:off x="1910542" y="2963684"/>
        <a:ext cx="4453681" cy="16541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DF982-7C76-5642-8352-7E1676D82197}">
      <dsp:nvSpPr>
        <dsp:cNvPr id="0" name=""/>
        <dsp:cNvSpPr/>
      </dsp:nvSpPr>
      <dsp:spPr>
        <a:xfrm>
          <a:off x="0" y="0"/>
          <a:ext cx="5010912" cy="13506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Pipeline:</a:t>
          </a:r>
          <a:r>
            <a:rPr lang="en-US" sz="1700" kern="1200" dirty="0"/>
            <a:t> Retrieve → Extract → Evaluate</a:t>
          </a:r>
        </a:p>
      </dsp:txBody>
      <dsp:txXfrm>
        <a:off x="39561" y="39561"/>
        <a:ext cx="3439267" cy="1271577"/>
      </dsp:txXfrm>
    </dsp:sp>
    <dsp:sp modelId="{878A1438-9433-A247-A032-659D09DAF401}">
      <dsp:nvSpPr>
        <dsp:cNvPr id="0" name=""/>
        <dsp:cNvSpPr/>
      </dsp:nvSpPr>
      <dsp:spPr>
        <a:xfrm>
          <a:off x="419663" y="1596281"/>
          <a:ext cx="5010912" cy="13506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Information Retrieval</a:t>
          </a:r>
        </a:p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Compare TF-IDF and Word2Vec on their ability to retrieve relevant text from the knowledge base</a:t>
          </a:r>
        </a:p>
      </dsp:txBody>
      <dsp:txXfrm>
        <a:off x="459224" y="1635842"/>
        <a:ext cx="3634171" cy="1271577"/>
      </dsp:txXfrm>
    </dsp:sp>
    <dsp:sp modelId="{A7557C7E-C93B-024A-A062-F86DB28848E4}">
      <dsp:nvSpPr>
        <dsp:cNvPr id="0" name=""/>
        <dsp:cNvSpPr/>
      </dsp:nvSpPr>
      <dsp:spPr>
        <a:xfrm>
          <a:off x="833064" y="3192562"/>
          <a:ext cx="5010912" cy="13506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2. QA System</a:t>
          </a:r>
        </a:p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Fine-tuned a </a:t>
          </a:r>
          <a:r>
            <a:rPr lang="en-US" sz="1300" kern="1200" dirty="0" err="1"/>
            <a:t>DistilBERT</a:t>
          </a:r>
          <a:r>
            <a:rPr lang="en-US" sz="1300" kern="1200" dirty="0"/>
            <a:t> based model to extract answers from the retrieved information</a:t>
          </a:r>
        </a:p>
      </dsp:txBody>
      <dsp:txXfrm>
        <a:off x="872625" y="3232123"/>
        <a:ext cx="3640435" cy="1271577"/>
      </dsp:txXfrm>
    </dsp:sp>
    <dsp:sp modelId="{4C097781-66F3-6543-AFCF-1E7D27D775BF}">
      <dsp:nvSpPr>
        <dsp:cNvPr id="0" name=""/>
        <dsp:cNvSpPr/>
      </dsp:nvSpPr>
      <dsp:spPr>
        <a:xfrm>
          <a:off x="1252728" y="4788843"/>
          <a:ext cx="5010912" cy="13506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3. Evaluation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Initial assessment of accuracy and functionality using the benchmark dataset </a:t>
          </a:r>
          <a:r>
            <a:rPr lang="en-US" sz="1300" kern="1200" dirty="0" err="1"/>
            <a:t>SQuAD</a:t>
          </a:r>
          <a:r>
            <a:rPr lang="en-US" sz="1300" kern="1200" dirty="0"/>
            <a:t> 2.0.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Qualitative evaluation of fitness specific questions and answers</a:t>
          </a:r>
        </a:p>
      </dsp:txBody>
      <dsp:txXfrm>
        <a:off x="1292289" y="4828404"/>
        <a:ext cx="3634171" cy="1271577"/>
      </dsp:txXfrm>
    </dsp:sp>
    <dsp:sp modelId="{4250C172-272D-8348-BFDF-890D681B7689}">
      <dsp:nvSpPr>
        <dsp:cNvPr id="0" name=""/>
        <dsp:cNvSpPr/>
      </dsp:nvSpPr>
      <dsp:spPr>
        <a:xfrm>
          <a:off x="4132957" y="1034512"/>
          <a:ext cx="877954" cy="87795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330497" y="1034512"/>
        <a:ext cx="482874" cy="660660"/>
      </dsp:txXfrm>
    </dsp:sp>
    <dsp:sp modelId="{05F9BD79-9587-964D-8CF6-C711B3B0A72B}">
      <dsp:nvSpPr>
        <dsp:cNvPr id="0" name=""/>
        <dsp:cNvSpPr/>
      </dsp:nvSpPr>
      <dsp:spPr>
        <a:xfrm>
          <a:off x="4552621" y="2630794"/>
          <a:ext cx="877954" cy="87795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750161" y="2630794"/>
        <a:ext cx="482874" cy="660660"/>
      </dsp:txXfrm>
    </dsp:sp>
    <dsp:sp modelId="{E0139479-4874-514D-9AFF-C14FFB2ACB74}">
      <dsp:nvSpPr>
        <dsp:cNvPr id="0" name=""/>
        <dsp:cNvSpPr/>
      </dsp:nvSpPr>
      <dsp:spPr>
        <a:xfrm>
          <a:off x="4966021" y="4227075"/>
          <a:ext cx="877954" cy="877954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163561" y="4227075"/>
        <a:ext cx="482874" cy="6606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22A9A-DBD4-42F6-B15A-64B8D66AC36C}">
      <dsp:nvSpPr>
        <dsp:cNvPr id="0" name=""/>
        <dsp:cNvSpPr/>
      </dsp:nvSpPr>
      <dsp:spPr>
        <a:xfrm>
          <a:off x="15765" y="589133"/>
          <a:ext cx="1234459" cy="123445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367F7-79A5-4549-BA38-66015A837D7B}">
      <dsp:nvSpPr>
        <dsp:cNvPr id="0" name=""/>
        <dsp:cNvSpPr/>
      </dsp:nvSpPr>
      <dsp:spPr>
        <a:xfrm>
          <a:off x="275001" y="848370"/>
          <a:ext cx="715986" cy="7159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D25B2-1F1D-4CE4-9916-367738168AC0}">
      <dsp:nvSpPr>
        <dsp:cNvPr id="0" name=""/>
        <dsp:cNvSpPr/>
      </dsp:nvSpPr>
      <dsp:spPr>
        <a:xfrm>
          <a:off x="1514751" y="589133"/>
          <a:ext cx="2909797" cy="1234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Build a small benchmark dataset of fitness specific data focusing on a niche area to begin</a:t>
          </a:r>
        </a:p>
      </dsp:txBody>
      <dsp:txXfrm>
        <a:off x="1514751" y="589133"/>
        <a:ext cx="2909797" cy="1234459"/>
      </dsp:txXfrm>
    </dsp:sp>
    <dsp:sp modelId="{A8F2D52D-2A6E-4962-98E9-AB965F3F3A8D}">
      <dsp:nvSpPr>
        <dsp:cNvPr id="0" name=""/>
        <dsp:cNvSpPr/>
      </dsp:nvSpPr>
      <dsp:spPr>
        <a:xfrm>
          <a:off x="4931558" y="589133"/>
          <a:ext cx="1234459" cy="123445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3C36E-849E-4A29-BA58-C15AE4B4E698}">
      <dsp:nvSpPr>
        <dsp:cNvPr id="0" name=""/>
        <dsp:cNvSpPr/>
      </dsp:nvSpPr>
      <dsp:spPr>
        <a:xfrm>
          <a:off x="5190795" y="848370"/>
          <a:ext cx="715986" cy="7159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15B6A-3195-4753-AC62-D7EF2941AF9C}">
      <dsp:nvSpPr>
        <dsp:cNvPr id="0" name=""/>
        <dsp:cNvSpPr/>
      </dsp:nvSpPr>
      <dsp:spPr>
        <a:xfrm>
          <a:off x="6430544" y="303164"/>
          <a:ext cx="2909797" cy="1806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Expand the knowledge base into a comprehensive set of fitness knowledge</a:t>
          </a:r>
        </a:p>
      </dsp:txBody>
      <dsp:txXfrm>
        <a:off x="6430544" y="303164"/>
        <a:ext cx="2909797" cy="1806396"/>
      </dsp:txXfrm>
    </dsp:sp>
    <dsp:sp modelId="{C8FCD475-0EB5-4D55-90A0-53B1563073BA}">
      <dsp:nvSpPr>
        <dsp:cNvPr id="0" name=""/>
        <dsp:cNvSpPr/>
      </dsp:nvSpPr>
      <dsp:spPr>
        <a:xfrm>
          <a:off x="15765" y="2856575"/>
          <a:ext cx="1234459" cy="12344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258CC-1BE9-4B97-8998-5E7EE8474990}">
      <dsp:nvSpPr>
        <dsp:cNvPr id="0" name=""/>
        <dsp:cNvSpPr/>
      </dsp:nvSpPr>
      <dsp:spPr>
        <a:xfrm>
          <a:off x="275001" y="3115812"/>
          <a:ext cx="715986" cy="7159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6E6EC-9E92-467A-8BC4-749C3E308653}">
      <dsp:nvSpPr>
        <dsp:cNvPr id="0" name=""/>
        <dsp:cNvSpPr/>
      </dsp:nvSpPr>
      <dsp:spPr>
        <a:xfrm>
          <a:off x="1514751" y="2856575"/>
          <a:ext cx="2909797" cy="1234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Fine-tune a generative model like GPT2 or 3.5</a:t>
          </a:r>
        </a:p>
      </dsp:txBody>
      <dsp:txXfrm>
        <a:off x="1514751" y="2856575"/>
        <a:ext cx="2909797" cy="1234459"/>
      </dsp:txXfrm>
    </dsp:sp>
    <dsp:sp modelId="{4EDF2EA5-38B5-41FB-AC30-373547F8CB72}">
      <dsp:nvSpPr>
        <dsp:cNvPr id="0" name=""/>
        <dsp:cNvSpPr/>
      </dsp:nvSpPr>
      <dsp:spPr>
        <a:xfrm>
          <a:off x="4931558" y="2856575"/>
          <a:ext cx="1234459" cy="123445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08143-BC67-40D9-A7A3-EF72661E2940}">
      <dsp:nvSpPr>
        <dsp:cNvPr id="0" name=""/>
        <dsp:cNvSpPr/>
      </dsp:nvSpPr>
      <dsp:spPr>
        <a:xfrm>
          <a:off x="5190795" y="3115812"/>
          <a:ext cx="715986" cy="7159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F1767-6861-4FF5-A63B-69ABC132BADB}">
      <dsp:nvSpPr>
        <dsp:cNvPr id="0" name=""/>
        <dsp:cNvSpPr/>
      </dsp:nvSpPr>
      <dsp:spPr>
        <a:xfrm>
          <a:off x="6430544" y="2856575"/>
          <a:ext cx="2909797" cy="1234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Deployable chatbot or API for real-time interactions to help users on their fitness journeys</a:t>
          </a:r>
        </a:p>
      </dsp:txBody>
      <dsp:txXfrm>
        <a:off x="6430544" y="2856575"/>
        <a:ext cx="2909797" cy="12344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83DBB-1CCD-FB47-B955-4B30E0E9F651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C4E53-95B5-E546-92FC-FFF470ACC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87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C4E53-95B5-E546-92FC-FFF470ACC5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62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77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4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1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06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9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9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8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62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1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66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4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E8435-F58A-1342-A859-D51CBBA4F860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202C8-4CEB-2047-BE83-1D32ACF99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8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4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CB2AD3-7F44-CC41-D416-F17EE7395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Fitness FAQ System Using NLP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0B08C-04A0-39E9-4DC5-6C2464AE9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0012" y="4653094"/>
            <a:ext cx="8578699" cy="1972993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Elaine French</a:t>
            </a:r>
          </a:p>
          <a:p>
            <a:pPr algn="l"/>
            <a:r>
              <a:rPr lang="en-US" sz="4000" dirty="0">
                <a:solidFill>
                  <a:srgbClr val="FFFFFF"/>
                </a:solidFill>
              </a:rPr>
              <a:t>4830 Natural Language Processing</a:t>
            </a:r>
          </a:p>
          <a:p>
            <a:pPr algn="l"/>
            <a:r>
              <a:rPr lang="en-US" sz="4000" dirty="0">
                <a:solidFill>
                  <a:srgbClr val="FFFFFF"/>
                </a:solidFill>
              </a:rPr>
              <a:t>Final Project Spring 2025</a:t>
            </a:r>
          </a:p>
        </p:txBody>
      </p:sp>
      <p:sp>
        <p:nvSpPr>
          <p:cNvPr id="37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7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9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Audio 8">
            <a:extLst>
              <a:ext uri="{FF2B5EF4-FFF2-40B4-BE49-F238E27FC236}">
                <a16:creationId xmlns:a16="http://schemas.microsoft.com/office/drawing/2014/main" id="{C3C3AB55-CB92-7DA6-A51D-695CBC423B3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8355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97"/>
    </mc:Choice>
    <mc:Fallback>
      <p:transition spd="slow" advTm="97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1031B-A1B4-E3B4-C04E-570F5371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Problem Overview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3CFF11-C96F-226F-CB4E-865361B11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92007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Audio 5">
            <a:extLst>
              <a:ext uri="{FF2B5EF4-FFF2-40B4-BE49-F238E27FC236}">
                <a16:creationId xmlns:a16="http://schemas.microsoft.com/office/drawing/2014/main" id="{D7FAD033-6701-E1F6-24BE-E935A27044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77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114"/>
    </mc:Choice>
    <mc:Fallback>
      <p:transition spd="slow" advTm="231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4B1A7-578D-22A2-2E12-418C84AB7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Motivation &amp; Goals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CEC71A9-E4B8-4A3B-FB1A-C00439CE8D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57402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Audio 4">
            <a:extLst>
              <a:ext uri="{FF2B5EF4-FFF2-40B4-BE49-F238E27FC236}">
                <a16:creationId xmlns:a16="http://schemas.microsoft.com/office/drawing/2014/main" id="{37A6397F-30C6-DF22-D8BD-0A14F843EF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38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641"/>
    </mc:Choice>
    <mc:Fallback>
      <p:transition spd="slow" advTm="206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E758E-E788-0E4A-AA30-0DFEF74AC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912E7-66E1-9A37-DDD5-B9D140F73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79"/>
            <a:ext cx="5257799" cy="5437875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i="0" dirty="0" err="1">
                <a:effectLst/>
                <a:latin typeface="Helvetica Neue" panose="02000503000000020004" pitchFamily="2" charset="0"/>
              </a:rPr>
              <a:t>SQuAD</a:t>
            </a:r>
            <a:r>
              <a:rPr lang="en-US" sz="2000" b="1" i="0" dirty="0">
                <a:effectLst/>
                <a:latin typeface="Helvetica Neue" panose="02000503000000020004" pitchFamily="2" charset="0"/>
              </a:rPr>
              <a:t> 2.0 </a:t>
            </a:r>
            <a:r>
              <a:rPr lang="en-US" sz="2000" b="0" i="0" dirty="0">
                <a:effectLst/>
                <a:latin typeface="Helvetica Neue" panose="02000503000000020004" pitchFamily="2" charset="0"/>
              </a:rPr>
              <a:t>– Initial Building</a:t>
            </a:r>
          </a:p>
          <a:p>
            <a:r>
              <a:rPr lang="en-US" sz="2000" b="0" i="0" dirty="0">
                <a:effectLst/>
                <a:latin typeface="Helvetica Neue" panose="02000503000000020004" pitchFamily="2" charset="0"/>
              </a:rPr>
              <a:t>Source: Kaggle or Hugging Face</a:t>
            </a:r>
            <a:endParaRPr lang="en-US" sz="2000" dirty="0">
              <a:latin typeface="Helvetica Neue" panose="02000503000000020004" pitchFamily="2" charset="0"/>
            </a:endParaRPr>
          </a:p>
          <a:p>
            <a:r>
              <a:rPr lang="en-US" sz="2000" dirty="0">
                <a:latin typeface="Helvetica Neue" panose="02000503000000020004" pitchFamily="2" charset="0"/>
              </a:rPr>
              <a:t>S</a:t>
            </a:r>
            <a:r>
              <a:rPr lang="en-US" sz="2000" b="0" i="0" dirty="0">
                <a:effectLst/>
                <a:latin typeface="Helvetica Neue" panose="02000503000000020004" pitchFamily="2" charset="0"/>
              </a:rPr>
              <a:t>ize</a:t>
            </a:r>
            <a:r>
              <a:rPr lang="en-US" sz="2000" dirty="0">
                <a:latin typeface="Helvetica Neue" panose="02000503000000020004" pitchFamily="2" charset="0"/>
              </a:rPr>
              <a:t>: Training set is 130,319  / Validation set is 11,873 (after preprocessing)</a:t>
            </a:r>
            <a:endParaRPr lang="en-US" sz="2000" b="0" i="0" dirty="0">
              <a:effectLst/>
              <a:latin typeface="Helvetica Neue" panose="02000503000000020004" pitchFamily="2" charset="0"/>
            </a:endParaRPr>
          </a:p>
          <a:p>
            <a:r>
              <a:rPr lang="en-US" sz="2000" b="0" i="0" dirty="0">
                <a:effectLst/>
                <a:latin typeface="Helvetica Neue" panose="02000503000000020004" pitchFamily="2" charset="0"/>
              </a:rPr>
              <a:t>Preprocessing: converting CSV files to JSON for easier retrieval</a:t>
            </a:r>
          </a:p>
          <a:p>
            <a:r>
              <a:rPr lang="en-US" sz="2000" dirty="0">
                <a:latin typeface="Helvetica Neue" panose="02000503000000020004" pitchFamily="2" charset="0"/>
              </a:rPr>
              <a:t>Able to recognize unanswerable questions - a unique and desirable feature for a fitness QA system to prevent misinformation.  </a:t>
            </a:r>
            <a:endParaRPr lang="en-US" sz="2000" b="0" i="0" dirty="0">
              <a:effectLst/>
              <a:latin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US" sz="2000" b="1" dirty="0">
                <a:latin typeface="Helvetica Neue" panose="02000503000000020004" pitchFamily="2" charset="0"/>
              </a:rPr>
              <a:t>Fitness </a:t>
            </a:r>
            <a:r>
              <a:rPr lang="en-US" sz="2000" b="1" dirty="0" err="1">
                <a:latin typeface="Helvetica Neue" panose="02000503000000020004" pitchFamily="2" charset="0"/>
              </a:rPr>
              <a:t>StackExchange</a:t>
            </a:r>
            <a:r>
              <a:rPr lang="en-US" sz="2000" b="1" dirty="0">
                <a:latin typeface="Helvetica Neue" panose="02000503000000020004" pitchFamily="2" charset="0"/>
              </a:rPr>
              <a:t> </a:t>
            </a:r>
            <a:r>
              <a:rPr lang="en-US" sz="2000" dirty="0">
                <a:latin typeface="Helvetica Neue" panose="02000503000000020004" pitchFamily="2" charset="0"/>
              </a:rPr>
              <a:t>– domain specific training</a:t>
            </a:r>
          </a:p>
          <a:p>
            <a:r>
              <a:rPr lang="en-US" sz="2000" b="0" i="0" dirty="0">
                <a:effectLst/>
                <a:latin typeface="Helvetica Neue" panose="02000503000000020004" pitchFamily="2" charset="0"/>
              </a:rPr>
              <a:t>Size: 3,262 QA pairs</a:t>
            </a:r>
          </a:p>
          <a:p>
            <a:r>
              <a:rPr lang="en-US" sz="2000" b="0" i="0" dirty="0">
                <a:effectLst/>
                <a:latin typeface="Helvetica Neue" panose="02000503000000020004" pitchFamily="2" charset="0"/>
              </a:rPr>
              <a:t>Conver</a:t>
            </a:r>
            <a:r>
              <a:rPr lang="en-US" sz="2000" dirty="0">
                <a:latin typeface="Helvetica Neue" panose="02000503000000020004" pitchFamily="2" charset="0"/>
              </a:rPr>
              <a:t>t to </a:t>
            </a:r>
            <a:r>
              <a:rPr lang="en-US" sz="2000" dirty="0" err="1">
                <a:latin typeface="Helvetica Neue" panose="02000503000000020004" pitchFamily="2" charset="0"/>
              </a:rPr>
              <a:t>SQuAD</a:t>
            </a:r>
            <a:r>
              <a:rPr lang="en-US" sz="2000" dirty="0">
                <a:latin typeface="Helvetica Neue" panose="02000503000000020004" pitchFamily="2" charset="0"/>
              </a:rPr>
              <a:t> 2.0 structure &amp; JSON format for improved information retrieval</a:t>
            </a:r>
          </a:p>
          <a:p>
            <a:r>
              <a:rPr lang="en-US" sz="2000" b="0" i="0" dirty="0">
                <a:effectLst/>
                <a:latin typeface="Helvetica Neue" panose="02000503000000020004" pitchFamily="2" charset="0"/>
              </a:rPr>
              <a:t>Real world questions</a:t>
            </a:r>
          </a:p>
          <a:p>
            <a:endParaRPr lang="en-US" sz="2000" b="0" i="0" dirty="0">
              <a:effectLst/>
              <a:latin typeface="Helvetica Neue" panose="02000503000000020004" pitchFamily="2" charset="0"/>
            </a:endParaRPr>
          </a:p>
          <a:p>
            <a:endParaRPr lang="en-US" sz="200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108FC85F-B210-14E2-E6C1-785CB6D338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75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779"/>
    </mc:Choice>
    <mc:Fallback>
      <p:transition spd="slow" advTm="587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3A791-A3A0-448B-E234-47B1F2CD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/>
              <a:t>Approach Used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E85DCFB5-FC16-EED8-95C3-CF5339B2CD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977797"/>
              </p:ext>
            </p:extLst>
          </p:nvPr>
        </p:nvGraphicFramePr>
        <p:xfrm>
          <a:off x="5093208" y="310243"/>
          <a:ext cx="6263640" cy="6139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3">
            <a:extLst>
              <a:ext uri="{FF2B5EF4-FFF2-40B4-BE49-F238E27FC236}">
                <a16:creationId xmlns:a16="http://schemas.microsoft.com/office/drawing/2014/main" id="{3DEF65B5-516F-DF7D-89A1-AEA933C2CA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82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729"/>
    </mc:Choice>
    <mc:Fallback>
      <p:transition spd="slow" advTm="687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DF14B-BD47-CA7A-0F9E-E1632DA7B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Tools &amp; Techniques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E40587E-9D80-14C4-5206-E9451BDAD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Libraries: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Hugging Face Transformers, Scikit-learn,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Gensim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Pandas, NLTK</a:t>
            </a:r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Models: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Information Retrieval:</a:t>
            </a:r>
          </a:p>
          <a:p>
            <a:pPr lvl="1"/>
            <a:r>
              <a:rPr lang="en-US" sz="2000" b="0" i="0" dirty="0">
                <a:solidFill>
                  <a:schemeClr val="tx1">
                    <a:alpha val="80000"/>
                  </a:schemeClr>
                </a:solidFill>
                <a:effectLst/>
              </a:rPr>
              <a:t>Scikit Learn’s </a:t>
            </a:r>
            <a:r>
              <a:rPr lang="en-US" sz="2000" b="0" i="0" dirty="0" err="1">
                <a:solidFill>
                  <a:schemeClr val="tx1">
                    <a:alpha val="80000"/>
                  </a:schemeClr>
                </a:solidFill>
                <a:effectLst/>
              </a:rPr>
              <a:t>Tfidf</a:t>
            </a:r>
            <a:r>
              <a:rPr lang="en-US" sz="2000" b="0" i="0" dirty="0">
                <a:solidFill>
                  <a:schemeClr val="tx1">
                    <a:alpha val="80000"/>
                  </a:schemeClr>
                </a:solidFill>
                <a:effectLst/>
              </a:rPr>
              <a:t> vectorizer</a:t>
            </a:r>
          </a:p>
          <a:p>
            <a:pPr lvl="1"/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Gensim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for Word2Vec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Normalization of contexts</a:t>
            </a:r>
          </a:p>
          <a:p>
            <a:r>
              <a:rPr lang="en-US" sz="2000" b="0" i="0" dirty="0">
                <a:solidFill>
                  <a:schemeClr val="tx1">
                    <a:alpha val="80000"/>
                  </a:schemeClr>
                </a:solidFill>
                <a:effectLst/>
              </a:rPr>
              <a:t>Question Answering:</a:t>
            </a:r>
          </a:p>
          <a:p>
            <a:pPr lvl="1"/>
            <a:r>
              <a:rPr lang="en-US" sz="2000" b="0" i="0" dirty="0" err="1">
                <a:solidFill>
                  <a:schemeClr val="tx1">
                    <a:alpha val="80000"/>
                  </a:schemeClr>
                </a:solidFill>
                <a:effectLst/>
              </a:rPr>
              <a:t>DistilBERT</a:t>
            </a:r>
            <a:r>
              <a:rPr lang="en-US" sz="2000" b="0" i="0" dirty="0">
                <a:solidFill>
                  <a:schemeClr val="tx1">
                    <a:alpha val="80000"/>
                  </a:schemeClr>
                </a:solidFill>
                <a:effectLst/>
              </a:rPr>
              <a:t>: lighter, more efficient version of BERT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Metrics: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Cosine similarity for IR Phase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Exact Match and F1 scores to evaluate extractive QA model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Qualitative review for both phases: retrieved responses and returned answers</a:t>
            </a:r>
            <a:endParaRPr lang="en-US" sz="2000" i="0" dirty="0"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udio 3">
            <a:extLst>
              <a:ext uri="{FF2B5EF4-FFF2-40B4-BE49-F238E27FC236}">
                <a16:creationId xmlns:a16="http://schemas.microsoft.com/office/drawing/2014/main" id="{9EA3510D-A7DA-E195-8E4D-5159420DAE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98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987"/>
    </mc:Choice>
    <mc:Fallback>
      <p:transition spd="slow" advTm="369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648A6-6337-E421-6D71-F466D1282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/>
              <a:t>Experiments &amp; Analysis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E2EFA-C3D3-5B16-C94C-64BC7B7C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Helvetica Neue" panose="02000503000000020004" pitchFamily="2" charset="0"/>
              </a:rPr>
              <a:t>TF-IDF</a:t>
            </a:r>
            <a:r>
              <a:rPr lang="en-US" sz="2200" dirty="0">
                <a:latin typeface="Helvetica Neue" panose="02000503000000020004" pitchFamily="2" charset="0"/>
              </a:rPr>
              <a:t> </a:t>
            </a:r>
            <a:r>
              <a:rPr lang="en-US" sz="2200" b="1" dirty="0">
                <a:latin typeface="Helvetica Neue" panose="02000503000000020004" pitchFamily="2" charset="0"/>
              </a:rPr>
              <a:t>Settings Testing</a:t>
            </a:r>
            <a:endParaRPr lang="en-US" sz="2200" dirty="0">
              <a:latin typeface="Helvetica Neue" panose="02000503000000020004" pitchFamily="2" charset="0"/>
            </a:endParaRPr>
          </a:p>
          <a:p>
            <a:r>
              <a:rPr lang="en-US" sz="2200" dirty="0">
                <a:latin typeface="Helvetica Neue" panose="02000503000000020004" pitchFamily="2" charset="0"/>
              </a:rPr>
              <a:t>Text cleaning – removing accents, lowercase, </a:t>
            </a:r>
            <a:r>
              <a:rPr lang="en-US" sz="2200" dirty="0" err="1">
                <a:latin typeface="Helvetica Neue" panose="02000503000000020004" pitchFamily="2" charset="0"/>
              </a:rPr>
              <a:t>stopwords</a:t>
            </a:r>
            <a:endParaRPr lang="en-US" sz="2200" dirty="0">
              <a:latin typeface="Helvetica Neue" panose="02000503000000020004" pitchFamily="2" charset="0"/>
            </a:endParaRPr>
          </a:p>
          <a:p>
            <a:r>
              <a:rPr lang="en-US" sz="2200" dirty="0">
                <a:latin typeface="Helvetica Neue" panose="02000503000000020004" pitchFamily="2" charset="0"/>
              </a:rPr>
              <a:t>Model parameters return the highest cosine similarity – </a:t>
            </a:r>
            <a:r>
              <a:rPr lang="en-US" sz="2200" dirty="0" err="1">
                <a:latin typeface="Helvetica Neue" panose="02000503000000020004" pitchFamily="2" charset="0"/>
              </a:rPr>
              <a:t>ngram</a:t>
            </a:r>
            <a:r>
              <a:rPr lang="en-US" sz="2200" dirty="0">
                <a:latin typeface="Helvetica Neue" panose="02000503000000020004" pitchFamily="2" charset="0"/>
              </a:rPr>
              <a:t>, </a:t>
            </a:r>
            <a:r>
              <a:rPr lang="en-US" sz="2200" dirty="0" err="1">
                <a:latin typeface="Helvetica Neue" panose="02000503000000020004" pitchFamily="2" charset="0"/>
              </a:rPr>
              <a:t>stop_words</a:t>
            </a:r>
            <a:endParaRPr lang="en-US" sz="2200" dirty="0">
              <a:latin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US" sz="2200" b="1" dirty="0">
                <a:latin typeface="Helvetica Neue" panose="02000503000000020004" pitchFamily="2" charset="0"/>
              </a:rPr>
              <a:t>Word2Vec</a:t>
            </a:r>
          </a:p>
          <a:p>
            <a:r>
              <a:rPr lang="en-US" sz="2200" dirty="0">
                <a:latin typeface="Helvetica Neue" panose="02000503000000020004" pitchFamily="2" charset="0"/>
              </a:rPr>
              <a:t>Training on in-domain data</a:t>
            </a:r>
          </a:p>
          <a:p>
            <a:r>
              <a:rPr lang="en-US" sz="2200" dirty="0">
                <a:latin typeface="Helvetica Neue" panose="02000503000000020004" pitchFamily="2" charset="0"/>
              </a:rPr>
              <a:t>Average vector -&gt; weighted average vector</a:t>
            </a:r>
          </a:p>
          <a:p>
            <a:pPr marL="0" indent="0">
              <a:buNone/>
            </a:pPr>
            <a:r>
              <a:rPr lang="en-US" sz="2200" b="1" dirty="0">
                <a:latin typeface="Helvetica Neue" panose="02000503000000020004" pitchFamily="2" charset="0"/>
              </a:rPr>
              <a:t>Fine-tuning BERT</a:t>
            </a:r>
          </a:p>
          <a:p>
            <a:r>
              <a:rPr lang="en-US" sz="2200" dirty="0">
                <a:latin typeface="Helvetica Neue" panose="02000503000000020004" pitchFamily="2" charset="0"/>
              </a:rPr>
              <a:t>Subset v. full dataset</a:t>
            </a:r>
          </a:p>
          <a:p>
            <a:endParaRPr lang="en-US" sz="2200" b="0" i="0" dirty="0">
              <a:effectLst/>
              <a:latin typeface="Helvetica Neue" panose="02000503000000020004" pitchFamily="2" charset="0"/>
            </a:endParaRPr>
          </a:p>
          <a:p>
            <a:endParaRPr lang="en-US" sz="2200" dirty="0"/>
          </a:p>
        </p:txBody>
      </p:sp>
      <p:pic>
        <p:nvPicPr>
          <p:cNvPr id="21" name="Audio 20">
            <a:extLst>
              <a:ext uri="{FF2B5EF4-FFF2-40B4-BE49-F238E27FC236}">
                <a16:creationId xmlns:a16="http://schemas.microsoft.com/office/drawing/2014/main" id="{696B0412-0EA6-83B7-79F6-B76BA3B672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71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709"/>
    </mc:Choice>
    <mc:Fallback>
      <p:transition spd="slow" advTm="1197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51409-FEF6-5BC0-6183-8B0BDAE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84BB-BEDC-2917-1849-32AE1A5F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</a:t>
            </a:r>
            <a:br>
              <a:rPr lang="en-US" dirty="0"/>
            </a:br>
            <a:r>
              <a:rPr lang="en-US" sz="3100" dirty="0">
                <a:solidFill>
                  <a:schemeClr val="accent4"/>
                </a:solidFill>
              </a:rPr>
              <a:t>Question: What’s the difference between Whey Isolate and Whey Concentrate? 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A97832D-3155-D25F-7600-67735DE1FA9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48702009"/>
              </p:ext>
            </p:extLst>
          </p:nvPr>
        </p:nvGraphicFramePr>
        <p:xfrm>
          <a:off x="838200" y="1825625"/>
          <a:ext cx="4680857" cy="4351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857">
                  <a:extLst>
                    <a:ext uri="{9D8B030D-6E8A-4147-A177-3AD203B41FA5}">
                      <a16:colId xmlns:a16="http://schemas.microsoft.com/office/drawing/2014/main" val="2361630908"/>
                    </a:ext>
                  </a:extLst>
                </a:gridCol>
              </a:tblGrid>
              <a:tr h="4518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Answers Extracted from TF-IDF Retrieval</a:t>
                      </a:r>
                      <a:endParaRPr lang="en-US" sz="18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779694322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mix of isolate/concentrate and possibly other protein powders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608217876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70-85%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30173430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lactose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58700375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crappy whey powders that have bad stuff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81860562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yes it will matter but NOT as much as most people think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91386469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1207E7-0D1E-30F6-9F73-AD87C31CF9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3" name="Content Placeholder 11">
            <a:extLst>
              <a:ext uri="{FF2B5EF4-FFF2-40B4-BE49-F238E27FC236}">
                <a16:creationId xmlns:a16="http://schemas.microsoft.com/office/drawing/2014/main" id="{162C537A-03E8-90CA-F495-D02F2AA7C9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9032987"/>
              </p:ext>
            </p:extLst>
          </p:nvPr>
        </p:nvGraphicFramePr>
        <p:xfrm>
          <a:off x="6172201" y="1825625"/>
          <a:ext cx="5181599" cy="43513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1599">
                  <a:extLst>
                    <a:ext uri="{9D8B030D-6E8A-4147-A177-3AD203B41FA5}">
                      <a16:colId xmlns:a16="http://schemas.microsoft.com/office/drawing/2014/main" val="2008517190"/>
                    </a:ext>
                  </a:extLst>
                </a:gridCol>
              </a:tblGrid>
              <a:tr h="4363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Answers Extracted from Word2Vec Retrieval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79694322"/>
                  </a:ext>
                </a:extLst>
              </a:tr>
              <a:tr h="7211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mix of isolate/concentrate and possibly other protein powders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608217876"/>
                  </a:ext>
                </a:extLst>
              </a:tr>
              <a:tr h="7211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It's not a guarantee that they're spiking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30173430"/>
                  </a:ext>
                </a:extLst>
              </a:tr>
              <a:tr h="7211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70-85%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58700375"/>
                  </a:ext>
                </a:extLst>
              </a:tr>
              <a:tr h="10302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not a good idea to mix it with whey unless they have flavor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81860562"/>
                  </a:ext>
                </a:extLst>
              </a:tr>
              <a:tr h="7211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lactose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91386469"/>
                  </a:ext>
                </a:extLst>
              </a:tr>
            </a:tbl>
          </a:graphicData>
        </a:graphic>
      </p:graphicFrame>
      <p:pic>
        <p:nvPicPr>
          <p:cNvPr id="4" name="Audio 3">
            <a:extLst>
              <a:ext uri="{FF2B5EF4-FFF2-40B4-BE49-F238E27FC236}">
                <a16:creationId xmlns:a16="http://schemas.microsoft.com/office/drawing/2014/main" id="{F11BC97C-47F7-F162-639B-AA80FDD4AB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17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729"/>
    </mc:Choice>
    <mc:Fallback>
      <p:transition spd="slow" advTm="1067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FA42-1811-CD40-1280-B1472C80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</a:t>
            </a:r>
            <a:br>
              <a:rPr lang="en-US" dirty="0"/>
            </a:br>
            <a:r>
              <a:rPr lang="en-US" sz="3100" dirty="0">
                <a:solidFill>
                  <a:schemeClr val="accent4"/>
                </a:solidFill>
              </a:rPr>
              <a:t>Question: I want to lose weight and gain muscle. Should I take protein-only supplements or include carbs? </a:t>
            </a:r>
            <a:endParaRPr lang="en-US" dirty="0">
              <a:solidFill>
                <a:schemeClr val="accent4"/>
              </a:solidFill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B7D8178E-013F-4C93-8B21-D4B2F7A6259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08704453"/>
              </p:ext>
            </p:extLst>
          </p:nvPr>
        </p:nvGraphicFramePr>
        <p:xfrm>
          <a:off x="838200" y="1825625"/>
          <a:ext cx="4680857" cy="4351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857">
                  <a:extLst>
                    <a:ext uri="{9D8B030D-6E8A-4147-A177-3AD203B41FA5}">
                      <a16:colId xmlns:a16="http://schemas.microsoft.com/office/drawing/2014/main" val="2361630908"/>
                    </a:ext>
                  </a:extLst>
                </a:gridCol>
              </a:tblGrid>
              <a:tr h="4518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Answers Extracted from TF-IDF Retrieval</a:t>
                      </a:r>
                      <a:endParaRPr lang="en-US" sz="18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779694322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think that you're going to be better off with the protein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608217876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protein shakes, weight gainers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30173430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carbs are what keep skinny people from gaining weight, not protein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58700375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daily to maintain your load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81860562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If you recently started working out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91386469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DF96DDE-E9B5-FD59-9D6F-41ED9B3FDF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3" name="Content Placeholder 11">
            <a:extLst>
              <a:ext uri="{FF2B5EF4-FFF2-40B4-BE49-F238E27FC236}">
                <a16:creationId xmlns:a16="http://schemas.microsoft.com/office/drawing/2014/main" id="{3DF1D8DF-8067-FF99-76B2-AC13AD2474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1256156"/>
              </p:ext>
            </p:extLst>
          </p:nvPr>
        </p:nvGraphicFramePr>
        <p:xfrm>
          <a:off x="6172201" y="1825625"/>
          <a:ext cx="5181599" cy="43513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1599">
                  <a:extLst>
                    <a:ext uri="{9D8B030D-6E8A-4147-A177-3AD203B41FA5}">
                      <a16:colId xmlns:a16="http://schemas.microsoft.com/office/drawing/2014/main" val="2008517190"/>
                    </a:ext>
                  </a:extLst>
                </a:gridCol>
              </a:tblGrid>
              <a:tr h="4363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Answers Extracted from Word2Vec Retrieval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79694322"/>
                  </a:ext>
                </a:extLst>
              </a:tr>
              <a:tr h="7211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If you recently started working out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608217876"/>
                  </a:ext>
                </a:extLst>
              </a:tr>
              <a:tr h="7211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whether I should take them daily or pre/post-workout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30173430"/>
                  </a:ext>
                </a:extLst>
              </a:tr>
              <a:tr h="7211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 think that you're going to be better off with the protein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58700375"/>
                  </a:ext>
                </a:extLst>
              </a:tr>
              <a:tr h="10302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If you're providing yourself with good nutrition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81860562"/>
                  </a:ext>
                </a:extLst>
              </a:tr>
              <a:tr h="7211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you would want to balance your ratios of protein, carbohydrates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91386469"/>
                  </a:ext>
                </a:extLst>
              </a:tr>
            </a:tbl>
          </a:graphicData>
        </a:graphic>
      </p:graphicFrame>
      <p:pic>
        <p:nvPicPr>
          <p:cNvPr id="6" name="Audio 5">
            <a:extLst>
              <a:ext uri="{FF2B5EF4-FFF2-40B4-BE49-F238E27FC236}">
                <a16:creationId xmlns:a16="http://schemas.microsoft.com/office/drawing/2014/main" id="{CE601B9E-9610-7D63-833F-48EE67AC40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47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940"/>
    </mc:Choice>
    <mc:Fallback>
      <p:transition spd="slow" advTm="599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CB671-724D-6416-66E7-2471D51F4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 dirty="0"/>
              <a:t>Challenges &amp;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EF9F-EAF0-651F-B257-F6ED81B0E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 fontScale="92500"/>
          </a:bodyPr>
          <a:lstStyle/>
          <a:p>
            <a:r>
              <a:rPr lang="en-US" sz="2400" b="0" i="0" dirty="0">
                <a:effectLst/>
                <a:latin typeface="Helvetica" pitchFamily="2" charset="0"/>
              </a:rPr>
              <a:t>Finding a domain-specific dataset</a:t>
            </a:r>
          </a:p>
          <a:p>
            <a:r>
              <a:rPr lang="en-US" sz="2400" b="0" i="0" dirty="0">
                <a:effectLst/>
                <a:latin typeface="Helvetica" pitchFamily="2" charset="0"/>
              </a:rPr>
              <a:t>Getting IR to return correct contexts</a:t>
            </a:r>
          </a:p>
          <a:p>
            <a:pPr lvl="1"/>
            <a:r>
              <a:rPr lang="en-US" dirty="0">
                <a:latin typeface="Helvetica" pitchFamily="2" charset="0"/>
              </a:rPr>
              <a:t>Simple IR is a good start but not rich enough for relevant outputs</a:t>
            </a:r>
          </a:p>
          <a:p>
            <a:pPr lvl="1"/>
            <a:r>
              <a:rPr lang="en-US" dirty="0">
                <a:latin typeface="Helvetica" pitchFamily="2" charset="0"/>
              </a:rPr>
              <a:t>Trying different IR methods revealed their strengths &amp; weaknesses and help the tweaking process</a:t>
            </a:r>
          </a:p>
          <a:p>
            <a:r>
              <a:rPr lang="en-US" sz="2400" dirty="0">
                <a:latin typeface="Helvetica" pitchFamily="2" charset="0"/>
              </a:rPr>
              <a:t>Fine-tuning and model training</a:t>
            </a:r>
          </a:p>
          <a:p>
            <a:pPr lvl="1"/>
            <a:r>
              <a:rPr lang="en-US" dirty="0">
                <a:latin typeface="Helvetica" pitchFamily="2" charset="0"/>
              </a:rPr>
              <a:t>Computationally expensive</a:t>
            </a:r>
          </a:p>
          <a:p>
            <a:r>
              <a:rPr lang="en-US" sz="2400" dirty="0">
                <a:latin typeface="Helvetica" pitchFamily="2" charset="0"/>
              </a:rPr>
              <a:t>A hybrid QA approach was challenging but rewarding once implemented</a:t>
            </a:r>
          </a:p>
        </p:txBody>
      </p:sp>
      <p:pic>
        <p:nvPicPr>
          <p:cNvPr id="15" name="Audio 14">
            <a:extLst>
              <a:ext uri="{FF2B5EF4-FFF2-40B4-BE49-F238E27FC236}">
                <a16:creationId xmlns:a16="http://schemas.microsoft.com/office/drawing/2014/main" id="{7A148333-DADD-C19F-A6C1-5BD4DC4BC4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6628"/>
    </mc:Choice>
    <mc:Fallback>
      <p:transition spd="slow" advTm="1566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AA109-1FEC-72AB-6C0C-D877DA97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r>
              <a:rPr lang="en-US" sz="6800"/>
              <a:t>Conclusion &amp; Future Work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3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01994DC1-1108-28B4-5FC5-00C9E92F6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676871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3">
            <a:extLst>
              <a:ext uri="{FF2B5EF4-FFF2-40B4-BE49-F238E27FC236}">
                <a16:creationId xmlns:a16="http://schemas.microsoft.com/office/drawing/2014/main" id="{F92D1ED9-B555-3847-BF2F-1E8D7DE3B1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95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038"/>
    </mc:Choice>
    <mc:Fallback>
      <p:transition spd="slow" advTm="820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1.7"/>
</p:tagLst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6443</TotalTime>
  <Words>679</Words>
  <Application>Microsoft Macintosh PowerPoint</Application>
  <PresentationFormat>Widescreen</PresentationFormat>
  <Paragraphs>92</Paragraphs>
  <Slides>11</Slides>
  <Notes>1</Notes>
  <HiddenSlides>0</HiddenSlides>
  <MMClips>11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Helvetica</vt:lpstr>
      <vt:lpstr>Helvetica Neue</vt:lpstr>
      <vt:lpstr>Office Theme</vt:lpstr>
      <vt:lpstr>Fitness FAQ System Using NLP</vt:lpstr>
      <vt:lpstr>Problem Overview</vt:lpstr>
      <vt:lpstr>Motivation &amp; Goals</vt:lpstr>
      <vt:lpstr>Dataset</vt:lpstr>
      <vt:lpstr>Approach Used</vt:lpstr>
      <vt:lpstr>Tools &amp; Techniques</vt:lpstr>
      <vt:lpstr>Experiments &amp; Analysis</vt:lpstr>
      <vt:lpstr>Results Question: What’s the difference between Whey Isolate and Whey Concentrate? </vt:lpstr>
      <vt:lpstr>Results Question: I want to lose weight and gain muscle. Should I take protein-only supplements or include carbs? </vt:lpstr>
      <vt:lpstr>Challenges &amp; Lessons Learned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Elaine French</dc:creator>
  <cp:lastModifiedBy>Elaine French</cp:lastModifiedBy>
  <cp:revision>30</cp:revision>
  <dcterms:created xsi:type="dcterms:W3CDTF">2025-04-19T18:37:55Z</dcterms:created>
  <dcterms:modified xsi:type="dcterms:W3CDTF">2025-05-07T05:03:52Z</dcterms:modified>
</cp:coreProperties>
</file>